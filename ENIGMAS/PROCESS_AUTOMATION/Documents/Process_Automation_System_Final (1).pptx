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5" r:id="rId3"/>
    <p:sldId id="257" r:id="rId4"/>
    <p:sldId id="258" r:id="rId5"/>
    <p:sldId id="259" r:id="rId6"/>
    <p:sldId id="260" r:id="rId7"/>
    <p:sldId id="262" r:id="rId8"/>
    <p:sldId id="261" r:id="rId9"/>
    <p:sldId id="263" r:id="rId10"/>
    <p:sldId id="264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0" d="100"/>
          <a:sy n="80" d="100"/>
        </p:scale>
        <p:origin x="78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D0B35B-62FB-1345-A498-4A7B5A9DDD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033EF37-FC93-37BD-36B2-BB9F754241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89EB84-760D-C59D-EA78-5F116E7CAE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66525-8831-421E-A07D-C96BCF914B7F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901058-492A-41EB-2D08-43678EE8EF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1698AF-DE55-9456-C906-2B37944810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E95ED-FE90-4EBD-BABC-950EA2C59EA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56200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B26FB2-CC49-5A20-FFA6-7CAC3E9DDA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1FB358-85DE-73C8-EBF7-0F092702D6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C2F11F-4E10-F163-251B-30333E9E87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66525-8831-421E-A07D-C96BCF914B7F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163C77-A1F2-E9D2-49B4-2084277FF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51966E-A108-B488-C697-3C2E11FAE9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E95ED-FE90-4EBD-BABC-950EA2C59EA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68319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8A3673-FBA8-0332-C7A9-EFB589FB1F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F9E1B4-DAB1-CC23-0523-9AB1C80FC2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29675A-53D1-9A84-50AF-E97F3F0AE0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66525-8831-421E-A07D-C96BCF914B7F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BE9885-A7F4-77FC-0CF8-6DFB771800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5060B9-97E2-CA76-CFF2-BD72C476CC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E95ED-FE90-4EBD-BABC-950EA2C59EA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87981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58ED0E-31DD-A5E2-5151-F6C45D251D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CD35C0-E8EC-A67D-759C-D3BA3601465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97D238-CF51-7E35-DE44-B03A83EE44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419C91-4C6B-D34A-CD7B-D24AF500DF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66525-8831-421E-A07D-C96BCF914B7F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A82D7A-6BF4-DAC1-253E-F72D5BFAE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ED56D2-01D8-4A6C-D18E-01FDEFA434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E95ED-FE90-4EBD-BABC-950EA2C59EA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9956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B270F9-C4B4-7950-4ECA-D9F1391B1D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001152-D3C1-3474-D30A-4F6284B347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03258C-2296-7854-F2DE-DB3E19F683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B93A0AF-9EF6-75BC-F6BB-90B0061A924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8A6B06A-47E9-258C-B122-735E88D55C2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8EBB6E1-E20C-BD67-3AE6-352DE67122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66525-8831-421E-A07D-C96BCF914B7F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3C6A3D6-B3F8-29A9-B8F6-98021985BF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2918A5A-D4D7-6659-1DB2-0BAEB44DF1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E95ED-FE90-4EBD-BABC-950EA2C59EA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75317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40E80A-369B-1B9B-421C-CE1D14A642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438F0C-E862-7CAA-B478-EBBC46EFE5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66525-8831-421E-A07D-C96BCF914B7F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409D288-DD15-9D18-00AE-EE3A1558B8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EBF7D56-1313-D2AE-0849-971A247FA1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E95ED-FE90-4EBD-BABC-950EA2C59EA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32132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A829E26-BCC3-3BFF-B5DC-BF35CD6985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66525-8831-421E-A07D-C96BCF914B7F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4699C66-50D9-D23F-9D2A-E650B1275A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990BD2-F3CC-284A-2FED-659F71085F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E95ED-FE90-4EBD-BABC-950EA2C59EA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47979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8D1B64-3BCF-06AC-C080-2CBFFF29E5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BCC09E-0C62-9B26-914C-89B446B0F5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99892B-E770-C172-58F3-F2596B2B75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5E1D99-B5D6-6F40-B3E1-EDA6C0393D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66525-8831-421E-A07D-C96BCF914B7F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C971CC-3BE0-58B2-62F7-1FF1F1639B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AD0B60-4370-B8CA-D7D6-FFE8BA2B5F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E95ED-FE90-4EBD-BABC-950EA2C59EA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40540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26EA72-CF81-8103-B1B0-F55AD045CA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2E55A2E-0827-6EC7-1328-026CED8DEC7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8D6FAD-360E-1AA4-5604-A1B5D3D28B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FDF728-47CF-2B27-98DE-9F9DE779EA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66525-8831-421E-A07D-C96BCF914B7F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101F72-A5EB-B0C4-2B76-756DF5AD2F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0058E0-507B-7649-C89B-21683AFC9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E95ED-FE90-4EBD-BABC-950EA2C59EA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77777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9B4198-FDDE-14B5-B320-D03198FA40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8A36AA3-AD3D-8F93-303A-8E67A19A5D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B0F5BB-97E9-9B11-CA30-5C8A9E3095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66525-8831-421E-A07D-C96BCF914B7F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FE39C1-9BAB-CE0F-D33E-60D74EBD0A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44B518-1EBC-864F-94B5-9690EF646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E95ED-FE90-4EBD-BABC-950EA2C59EA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68268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FD4C088-1D33-4DC0-2EEC-4D88E88D4E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247D07-1512-A9CA-B112-C51526E17F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4328AC-3808-31D2-9869-45E21AD474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66525-8831-421E-A07D-C96BCF914B7F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2727B2-FCE5-4672-0A2D-45B4405830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A09B79-C6EE-3345-4619-BBE4041734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E95ED-FE90-4EBD-BABC-950EA2C59EA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36084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A074E1A-6216-2FF7-7080-17BE12E205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9433FF-4932-FF4F-54AD-C5CD984B68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C17A26-AC33-5DA6-A2E1-396FCB9F88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4466525-8831-421E-A07D-C96BCF914B7F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75616E-4F39-3814-D223-9EC477C511C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A9A969-AB33-B577-D4CB-FE3289F492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A7E95ED-FE90-4EBD-BABC-950EA2C59EA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27917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CD75EA-36CC-AE96-0A19-13E9DDB3355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Process Automation System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AD6A95C-665D-8984-6465-96C1A91AC31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 Team: Enigmas </a:t>
            </a:r>
          </a:p>
        </p:txBody>
      </p:sp>
    </p:spTree>
    <p:extLst>
      <p:ext uri="{BB962C8B-B14F-4D97-AF65-F5344CB8AC3E}">
        <p14:creationId xmlns:p14="http://schemas.microsoft.com/office/powerpoint/2010/main" val="194957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DAFC95-C769-10B7-B8A5-DED28611FF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440" y="-244475"/>
            <a:ext cx="10515600" cy="1325563"/>
          </a:xfrm>
        </p:spPr>
        <p:txBody>
          <a:bodyPr/>
          <a:lstStyle/>
          <a:p>
            <a:r>
              <a:rPr lang="en-IN" dirty="0"/>
              <a:t>Roles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3FE957-B688-DA21-F57B-F9FFCFE922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2440" y="812800"/>
            <a:ext cx="11089640" cy="5997893"/>
          </a:xfrm>
        </p:spPr>
        <p:txBody>
          <a:bodyPr/>
          <a:lstStyle/>
          <a:p>
            <a:pPr marL="0" indent="0">
              <a:buNone/>
            </a:pPr>
            <a:endParaRPr lang="en-IN" dirty="0"/>
          </a:p>
          <a:p>
            <a:endParaRPr lang="en-IN" dirty="0"/>
          </a:p>
        </p:txBody>
      </p:sp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3BCE3D01-14DA-468F-8F60-113AD2A95A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3430503"/>
              </p:ext>
            </p:extLst>
          </p:nvPr>
        </p:nvGraphicFramePr>
        <p:xfrm>
          <a:off x="558800" y="1081088"/>
          <a:ext cx="7142480" cy="48117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76668">
                  <a:extLst>
                    <a:ext uri="{9D8B030D-6E8A-4147-A177-3AD203B41FA5}">
                      <a16:colId xmlns:a16="http://schemas.microsoft.com/office/drawing/2014/main" val="690041269"/>
                    </a:ext>
                  </a:extLst>
                </a:gridCol>
                <a:gridCol w="5065812">
                  <a:extLst>
                    <a:ext uri="{9D8B030D-6E8A-4147-A177-3AD203B41FA5}">
                      <a16:colId xmlns:a16="http://schemas.microsoft.com/office/drawing/2014/main" val="3538579853"/>
                    </a:ext>
                  </a:extLst>
                </a:gridCol>
              </a:tblGrid>
              <a:tr h="665180"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/>
                        <a:t>Name</a:t>
                      </a:r>
                      <a:endParaRPr lang="en-IN" sz="3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Roles</a:t>
                      </a:r>
                      <a:endParaRPr lang="en-IN" sz="3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8363322"/>
                  </a:ext>
                </a:extLst>
              </a:tr>
              <a:tr h="66518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Dhanraj</a:t>
                      </a:r>
                      <a:endParaRPr lang="en-IN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Scrum master ,Planner &amp; QA</a:t>
                      </a:r>
                      <a:endParaRPr lang="en-IN" sz="2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3086017"/>
                  </a:ext>
                </a:extLst>
              </a:tr>
              <a:tr h="665180">
                <a:tc>
                  <a:txBody>
                    <a:bodyPr/>
                    <a:lstStyle/>
                    <a:p>
                      <a:pPr algn="ctr"/>
                      <a:r>
                        <a:rPr lang="en-IN" sz="2400" b="1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Prashik</a:t>
                      </a:r>
                      <a:r>
                        <a:rPr lang="en-IN" sz="24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endParaRPr lang="en-IN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Developer</a:t>
                      </a:r>
                      <a:endParaRPr lang="en-IN" sz="2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1561896"/>
                  </a:ext>
                </a:extLst>
              </a:tr>
              <a:tr h="665180">
                <a:tc>
                  <a:txBody>
                    <a:bodyPr/>
                    <a:lstStyle/>
                    <a:p>
                      <a:pPr algn="ctr"/>
                      <a:r>
                        <a:rPr lang="en-IN" sz="2400" b="1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Chaitali</a:t>
                      </a:r>
                      <a:r>
                        <a:rPr lang="en-IN" sz="24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endParaRPr lang="en-IN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Developer</a:t>
                      </a:r>
                      <a:endParaRPr lang="en-IN" sz="2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9646133"/>
                  </a:ext>
                </a:extLst>
              </a:tr>
              <a:tr h="665180">
                <a:tc>
                  <a:txBody>
                    <a:bodyPr/>
                    <a:lstStyle/>
                    <a:p>
                      <a:pPr algn="ctr"/>
                      <a:r>
                        <a:rPr lang="en-IN" sz="2400" b="1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Dimpal</a:t>
                      </a:r>
                      <a:r>
                        <a:rPr lang="en-IN" sz="24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endParaRPr lang="en-IN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QA</a:t>
                      </a:r>
                      <a:endParaRPr lang="en-IN" sz="2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8733039"/>
                  </a:ext>
                </a:extLst>
              </a:tr>
              <a:tr h="665180">
                <a:tc>
                  <a:txBody>
                    <a:bodyPr/>
                    <a:lstStyle/>
                    <a:p>
                      <a:pPr algn="ctr"/>
                      <a:r>
                        <a:rPr lang="en-IN" sz="2400" b="1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Dhanshri</a:t>
                      </a:r>
                      <a:r>
                        <a:rPr lang="en-IN" sz="24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endParaRPr lang="en-IN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Developer</a:t>
                      </a:r>
                      <a:endParaRPr lang="en-IN" sz="2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0297183"/>
                  </a:ext>
                </a:extLst>
              </a:tr>
              <a:tr h="820632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 err="1"/>
                        <a:t>Harshwardhan</a:t>
                      </a:r>
                      <a:endParaRPr lang="en-IN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Developer</a:t>
                      </a:r>
                      <a:endParaRPr lang="en-IN" sz="2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61598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311577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32FA65-E1EF-51CD-ABF6-831030FC9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Project 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5C6D49-019A-DD66-3E21-6DE741FBC4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• To automate the file organization process. </a:t>
            </a:r>
          </a:p>
          <a:p>
            <a:pPr marL="0" indent="0">
              <a:buNone/>
            </a:pPr>
            <a:r>
              <a:rPr lang="en-US" dirty="0"/>
              <a:t>• To reduce manual effort in managing files.  </a:t>
            </a:r>
          </a:p>
          <a:p>
            <a:pPr marL="0" indent="0">
              <a:buNone/>
            </a:pPr>
            <a:r>
              <a:rPr lang="en-US" dirty="0"/>
              <a:t>• To organize files based on their extensions.  </a:t>
            </a:r>
          </a:p>
          <a:p>
            <a:pPr marL="0" indent="0">
              <a:buNone/>
            </a:pPr>
            <a:r>
              <a:rPr lang="en-US" dirty="0"/>
              <a:t>• To detect and remove duplicate files.  </a:t>
            </a:r>
          </a:p>
          <a:p>
            <a:pPr marL="0" indent="0">
              <a:buNone/>
            </a:pPr>
            <a:r>
              <a:rPr lang="en-US" dirty="0"/>
              <a:t>• To automatically rename conflicting files. </a:t>
            </a:r>
          </a:p>
          <a:p>
            <a:pPr marL="0" indent="0">
              <a:buNone/>
            </a:pPr>
            <a:r>
              <a:rPr lang="en-US" dirty="0"/>
              <a:t>• To generate reports of all file operations. </a:t>
            </a:r>
          </a:p>
          <a:p>
            <a:pPr marL="0" indent="0">
              <a:buNone/>
            </a:pPr>
            <a:r>
              <a:rPr lang="en-US" dirty="0"/>
              <a:t>• To create automatic backups before modifications.  </a:t>
            </a:r>
          </a:p>
          <a:p>
            <a:pPr marL="0" indent="0">
              <a:buNone/>
            </a:pPr>
            <a:r>
              <a:rPr lang="en-US" dirty="0"/>
              <a:t>• To maintain activity logs.  </a:t>
            </a:r>
          </a:p>
          <a:p>
            <a:pPr marL="0" indent="0">
              <a:buNone/>
            </a:pPr>
            <a:r>
              <a:rPr lang="en-US" dirty="0"/>
              <a:t>• To provide secure login authentication. </a:t>
            </a:r>
          </a:p>
          <a:p>
            <a:pPr marL="0" indent="0">
              <a:buNone/>
            </a:pPr>
            <a:r>
              <a:rPr lang="en-US" dirty="0"/>
              <a:t>• To develop a simple and user-friendly application. </a:t>
            </a:r>
            <a:r>
              <a:rPr lang="en-US" dirty="0" err="1"/>
              <a:t>ity</a:t>
            </a:r>
            <a:r>
              <a:rPr lang="en-US" dirty="0"/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045411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4CAD07-3CAA-AA61-82CD-A304CD934D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1E83DF-9F19-2C6C-6CD5-E4E33602BC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IN" dirty="0"/>
              <a:t>• User Login Authentication  </a:t>
            </a:r>
          </a:p>
          <a:p>
            <a:pPr marL="0" indent="0">
              <a:buNone/>
            </a:pPr>
            <a:r>
              <a:rPr lang="en-IN" dirty="0"/>
              <a:t>• Folder Selection  </a:t>
            </a:r>
          </a:p>
          <a:p>
            <a:pPr marL="0" indent="0">
              <a:buNone/>
            </a:pPr>
            <a:r>
              <a:rPr lang="en-IN" dirty="0"/>
              <a:t>• Automatic File Scanning  </a:t>
            </a:r>
          </a:p>
          <a:p>
            <a:pPr marL="0" indent="0">
              <a:buNone/>
            </a:pPr>
            <a:r>
              <a:rPr lang="en-IN" dirty="0"/>
              <a:t>• File Type Detection  </a:t>
            </a:r>
          </a:p>
          <a:p>
            <a:pPr marL="0" indent="0">
              <a:buNone/>
            </a:pPr>
            <a:r>
              <a:rPr lang="en-IN" dirty="0"/>
              <a:t>• Automatic Folder Creation  </a:t>
            </a:r>
          </a:p>
          <a:p>
            <a:pPr marL="0" indent="0">
              <a:buNone/>
            </a:pPr>
            <a:r>
              <a:rPr lang="en-IN" dirty="0"/>
              <a:t>• Smart File Organization  </a:t>
            </a:r>
          </a:p>
          <a:p>
            <a:pPr marL="0" indent="0">
              <a:buNone/>
            </a:pPr>
            <a:r>
              <a:rPr lang="en-IN" dirty="0"/>
              <a:t>• Duplicate File Detection  </a:t>
            </a:r>
          </a:p>
          <a:p>
            <a:pPr marL="0" indent="0">
              <a:buNone/>
            </a:pPr>
            <a:r>
              <a:rPr lang="en-IN" dirty="0"/>
              <a:t>• Automatic File Renaming  </a:t>
            </a:r>
          </a:p>
          <a:p>
            <a:pPr marL="0" indent="0">
              <a:buNone/>
            </a:pPr>
            <a:r>
              <a:rPr lang="en-IN" dirty="0"/>
              <a:t>• Backup Creation  </a:t>
            </a:r>
          </a:p>
          <a:p>
            <a:pPr marL="0" indent="0">
              <a:buNone/>
            </a:pPr>
            <a:r>
              <a:rPr lang="en-IN" dirty="0"/>
              <a:t>• CSV Report Generation  </a:t>
            </a:r>
          </a:p>
          <a:p>
            <a:pPr marL="0" indent="0">
              <a:buNone/>
            </a:pPr>
            <a:r>
              <a:rPr lang="en-IN" dirty="0"/>
              <a:t>• Activity Logging  </a:t>
            </a:r>
          </a:p>
          <a:p>
            <a:pPr marL="0" indent="0">
              <a:buNone/>
            </a:pPr>
            <a:r>
              <a:rPr lang="en-IN" dirty="0"/>
              <a:t>• File Search  </a:t>
            </a:r>
          </a:p>
          <a:p>
            <a:pPr marL="0" indent="0">
              <a:buNone/>
            </a:pPr>
            <a:r>
              <a:rPr lang="en-IN" dirty="0"/>
              <a:t>• JSON Configuration</a:t>
            </a:r>
          </a:p>
        </p:txBody>
      </p:sp>
    </p:spTree>
    <p:extLst>
      <p:ext uri="{BB962C8B-B14F-4D97-AF65-F5344CB8AC3E}">
        <p14:creationId xmlns:p14="http://schemas.microsoft.com/office/powerpoint/2010/main" val="23521278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77AA6D-6874-50B8-61F6-1B7F374039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Product Backlog Grooming </a:t>
            </a:r>
            <a:br>
              <a:rPr lang="en-IN" dirty="0"/>
            </a:br>
            <a:endParaRPr lang="en-IN" dirty="0"/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DAD5227A-2B25-444A-8F05-FF8D967465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8127556"/>
              </p:ext>
            </p:extLst>
          </p:nvPr>
        </p:nvGraphicFramePr>
        <p:xfrm>
          <a:off x="975360" y="1076960"/>
          <a:ext cx="9408160" cy="5638796"/>
        </p:xfrm>
        <a:graphic>
          <a:graphicData uri="http://schemas.openxmlformats.org/drawingml/2006/table">
            <a:tbl>
              <a:tblPr/>
              <a:tblGrid>
                <a:gridCol w="2352040">
                  <a:extLst>
                    <a:ext uri="{9D8B030D-6E8A-4147-A177-3AD203B41FA5}">
                      <a16:colId xmlns:a16="http://schemas.microsoft.com/office/drawing/2014/main" val="779831877"/>
                    </a:ext>
                  </a:extLst>
                </a:gridCol>
                <a:gridCol w="2352040">
                  <a:extLst>
                    <a:ext uri="{9D8B030D-6E8A-4147-A177-3AD203B41FA5}">
                      <a16:colId xmlns:a16="http://schemas.microsoft.com/office/drawing/2014/main" val="4177898379"/>
                    </a:ext>
                  </a:extLst>
                </a:gridCol>
                <a:gridCol w="2352040">
                  <a:extLst>
                    <a:ext uri="{9D8B030D-6E8A-4147-A177-3AD203B41FA5}">
                      <a16:colId xmlns:a16="http://schemas.microsoft.com/office/drawing/2014/main" val="895787047"/>
                    </a:ext>
                  </a:extLst>
                </a:gridCol>
                <a:gridCol w="2352040">
                  <a:extLst>
                    <a:ext uri="{9D8B030D-6E8A-4147-A177-3AD203B41FA5}">
                      <a16:colId xmlns:a16="http://schemas.microsoft.com/office/drawing/2014/main" val="2266519482"/>
                    </a:ext>
                  </a:extLst>
                </a:gridCol>
              </a:tblGrid>
              <a:tr h="486438">
                <a:tc>
                  <a:txBody>
                    <a:bodyPr/>
                    <a:lstStyle/>
                    <a:p>
                      <a:pPr algn="ctr"/>
                      <a:r>
                        <a:rPr lang="en-IN" sz="1400" b="1" dirty="0"/>
                        <a:t>New ID</a:t>
                      </a:r>
                    </a:p>
                  </a:txBody>
                  <a:tcPr marL="64945" marR="64945" marT="32473" marB="324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1"/>
                        <a:t>User Story</a:t>
                      </a:r>
                    </a:p>
                  </a:txBody>
                  <a:tcPr marL="64945" marR="64945" marT="32473" marB="324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/>
                        <a:t>Priority</a:t>
                      </a:r>
                    </a:p>
                  </a:txBody>
                  <a:tcPr marL="64945" marR="64945" marT="32473" marB="324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/>
                        <a:t>Estimated Effort</a:t>
                      </a:r>
                    </a:p>
                  </a:txBody>
                  <a:tcPr marL="64945" marR="64945" marT="32473" marB="324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96901054"/>
                  </a:ext>
                </a:extLst>
              </a:tr>
              <a:tr h="327069">
                <a:tc>
                  <a:txBody>
                    <a:bodyPr/>
                    <a:lstStyle/>
                    <a:p>
                      <a:pPr algn="ctr"/>
                      <a:r>
                        <a:rPr lang="en-IN" sz="1400" b="1" dirty="0"/>
                        <a:t>PB-01</a:t>
                      </a:r>
                    </a:p>
                  </a:txBody>
                  <a:tcPr marL="64945" marR="64945" marT="32473" marB="324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1" dirty="0"/>
                        <a:t>Login Authentication</a:t>
                      </a:r>
                    </a:p>
                  </a:txBody>
                  <a:tcPr marL="64945" marR="64945" marT="32473" marB="324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 dirty="0"/>
                        <a:t>High</a:t>
                      </a:r>
                    </a:p>
                  </a:txBody>
                  <a:tcPr marL="64945" marR="64945" marT="32473" marB="324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 dirty="0"/>
                        <a:t>2 Hrs</a:t>
                      </a:r>
                    </a:p>
                  </a:txBody>
                  <a:tcPr marL="64945" marR="64945" marT="32473" marB="324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09778848"/>
                  </a:ext>
                </a:extLst>
              </a:tr>
              <a:tr h="327069">
                <a:tc>
                  <a:txBody>
                    <a:bodyPr/>
                    <a:lstStyle/>
                    <a:p>
                      <a:pPr algn="ctr"/>
                      <a:r>
                        <a:rPr lang="en-IN" sz="1400" b="1" dirty="0"/>
                        <a:t>PB-02</a:t>
                      </a:r>
                    </a:p>
                  </a:txBody>
                  <a:tcPr marL="64945" marR="64945" marT="32473" marB="324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1"/>
                        <a:t>Folder Selection</a:t>
                      </a:r>
                    </a:p>
                  </a:txBody>
                  <a:tcPr marL="64945" marR="64945" marT="32473" marB="324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 dirty="0"/>
                        <a:t>High</a:t>
                      </a:r>
                    </a:p>
                  </a:txBody>
                  <a:tcPr marL="64945" marR="64945" marT="32473" marB="324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/>
                        <a:t>2 Hrs</a:t>
                      </a:r>
                    </a:p>
                  </a:txBody>
                  <a:tcPr marL="64945" marR="64945" marT="32473" marB="324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61438475"/>
                  </a:ext>
                </a:extLst>
              </a:tr>
              <a:tr h="573392">
                <a:tc>
                  <a:txBody>
                    <a:bodyPr/>
                    <a:lstStyle/>
                    <a:p>
                      <a:pPr algn="ctr"/>
                      <a:r>
                        <a:rPr lang="en-IN" sz="1400" b="1" dirty="0"/>
                        <a:t>PB-03</a:t>
                      </a:r>
                    </a:p>
                  </a:txBody>
                  <a:tcPr marL="64945" marR="64945" marT="32473" marB="324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1"/>
                        <a:t>Automatic Folder Creation</a:t>
                      </a:r>
                    </a:p>
                  </a:txBody>
                  <a:tcPr marL="64945" marR="64945" marT="32473" marB="324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/>
                        <a:t>High</a:t>
                      </a:r>
                    </a:p>
                  </a:txBody>
                  <a:tcPr marL="64945" marR="64945" marT="32473" marB="324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/>
                        <a:t>2 Hrs</a:t>
                      </a:r>
                    </a:p>
                  </a:txBody>
                  <a:tcPr marL="64945" marR="64945" marT="32473" marB="324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73371026"/>
                  </a:ext>
                </a:extLst>
              </a:tr>
              <a:tr h="327069">
                <a:tc>
                  <a:txBody>
                    <a:bodyPr/>
                    <a:lstStyle/>
                    <a:p>
                      <a:pPr algn="ctr"/>
                      <a:r>
                        <a:rPr lang="en-IN" sz="1400" b="1" dirty="0"/>
                        <a:t>PB-04</a:t>
                      </a:r>
                    </a:p>
                  </a:txBody>
                  <a:tcPr marL="64945" marR="64945" marT="32473" marB="324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1"/>
                        <a:t>File Renaming</a:t>
                      </a:r>
                    </a:p>
                  </a:txBody>
                  <a:tcPr marL="64945" marR="64945" marT="32473" marB="324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/>
                        <a:t>Medium</a:t>
                      </a:r>
                    </a:p>
                  </a:txBody>
                  <a:tcPr marL="64945" marR="64945" marT="32473" marB="324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/>
                        <a:t>2 Hrs</a:t>
                      </a:r>
                    </a:p>
                  </a:txBody>
                  <a:tcPr marL="64945" marR="64945" marT="32473" marB="324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3676158"/>
                  </a:ext>
                </a:extLst>
              </a:tr>
              <a:tr h="327069">
                <a:tc>
                  <a:txBody>
                    <a:bodyPr/>
                    <a:lstStyle/>
                    <a:p>
                      <a:pPr algn="ctr"/>
                      <a:r>
                        <a:rPr lang="en-IN" sz="1400" b="1" dirty="0"/>
                        <a:t>PB-05</a:t>
                      </a:r>
                    </a:p>
                  </a:txBody>
                  <a:tcPr marL="64945" marR="64945" marT="32473" marB="324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1"/>
                        <a:t>Report Generation</a:t>
                      </a:r>
                    </a:p>
                  </a:txBody>
                  <a:tcPr marL="64945" marR="64945" marT="32473" marB="324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/>
                        <a:t>Medium</a:t>
                      </a:r>
                    </a:p>
                  </a:txBody>
                  <a:tcPr marL="64945" marR="64945" marT="32473" marB="324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/>
                        <a:t>2 Hrs</a:t>
                      </a:r>
                    </a:p>
                  </a:txBody>
                  <a:tcPr marL="64945" marR="64945" marT="32473" marB="324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18145485"/>
                  </a:ext>
                </a:extLst>
              </a:tr>
              <a:tr h="327069">
                <a:tc>
                  <a:txBody>
                    <a:bodyPr/>
                    <a:lstStyle/>
                    <a:p>
                      <a:pPr algn="ctr"/>
                      <a:r>
                        <a:rPr lang="en-IN" sz="1400" b="1" dirty="0"/>
                        <a:t>PB-06</a:t>
                      </a:r>
                    </a:p>
                  </a:txBody>
                  <a:tcPr marL="64945" marR="64945" marT="32473" marB="324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1"/>
                        <a:t>Logging Module</a:t>
                      </a:r>
                    </a:p>
                  </a:txBody>
                  <a:tcPr marL="64945" marR="64945" marT="32473" marB="324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/>
                        <a:t>Medium</a:t>
                      </a:r>
                    </a:p>
                  </a:txBody>
                  <a:tcPr marL="64945" marR="64945" marT="32473" marB="324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/>
                        <a:t>2 Hrs</a:t>
                      </a:r>
                    </a:p>
                  </a:txBody>
                  <a:tcPr marL="64945" marR="64945" marT="32473" marB="324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25799358"/>
                  </a:ext>
                </a:extLst>
              </a:tr>
              <a:tr h="327069">
                <a:tc>
                  <a:txBody>
                    <a:bodyPr/>
                    <a:lstStyle/>
                    <a:p>
                      <a:pPr algn="ctr"/>
                      <a:r>
                        <a:rPr lang="en-IN" sz="1400" b="1" dirty="0"/>
                        <a:t>PB-07</a:t>
                      </a:r>
                    </a:p>
                  </a:txBody>
                  <a:tcPr marL="64945" marR="64945" marT="32473" marB="324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1"/>
                        <a:t>Search Module</a:t>
                      </a:r>
                    </a:p>
                  </a:txBody>
                  <a:tcPr marL="64945" marR="64945" marT="32473" marB="324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/>
                        <a:t>Low</a:t>
                      </a:r>
                    </a:p>
                  </a:txBody>
                  <a:tcPr marL="64945" marR="64945" marT="32473" marB="324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/>
                        <a:t>2 Hrs</a:t>
                      </a:r>
                    </a:p>
                  </a:txBody>
                  <a:tcPr marL="64945" marR="64945" marT="32473" marB="324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11861088"/>
                  </a:ext>
                </a:extLst>
              </a:tr>
              <a:tr h="327069">
                <a:tc>
                  <a:txBody>
                    <a:bodyPr/>
                    <a:lstStyle/>
                    <a:p>
                      <a:pPr algn="ctr"/>
                      <a:r>
                        <a:rPr lang="en-IN" sz="1400" b="1" dirty="0"/>
                        <a:t>PB-08</a:t>
                      </a:r>
                    </a:p>
                  </a:txBody>
                  <a:tcPr marL="64945" marR="64945" marT="32473" marB="324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1"/>
                        <a:t>JSON Handling</a:t>
                      </a:r>
                    </a:p>
                  </a:txBody>
                  <a:tcPr marL="64945" marR="64945" marT="32473" marB="324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/>
                        <a:t>High</a:t>
                      </a:r>
                    </a:p>
                  </a:txBody>
                  <a:tcPr marL="64945" marR="64945" marT="32473" marB="324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/>
                        <a:t>2 Hrs</a:t>
                      </a:r>
                    </a:p>
                  </a:txBody>
                  <a:tcPr marL="64945" marR="64945" marT="32473" marB="324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63033316"/>
                  </a:ext>
                </a:extLst>
              </a:tr>
              <a:tr h="327069">
                <a:tc>
                  <a:txBody>
                    <a:bodyPr/>
                    <a:lstStyle/>
                    <a:p>
                      <a:pPr algn="ctr"/>
                      <a:r>
                        <a:rPr lang="en-IN" sz="1400" b="1" dirty="0"/>
                        <a:t>PB-09</a:t>
                      </a:r>
                    </a:p>
                  </a:txBody>
                  <a:tcPr marL="64945" marR="64945" marT="32473" marB="324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1"/>
                        <a:t>File Scanner</a:t>
                      </a:r>
                    </a:p>
                  </a:txBody>
                  <a:tcPr marL="64945" marR="64945" marT="32473" marB="324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/>
                        <a:t>High</a:t>
                      </a:r>
                    </a:p>
                  </a:txBody>
                  <a:tcPr marL="64945" marR="64945" marT="32473" marB="324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/>
                        <a:t>3 Hrs</a:t>
                      </a:r>
                    </a:p>
                  </a:txBody>
                  <a:tcPr marL="64945" marR="64945" marT="32473" marB="324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40723965"/>
                  </a:ext>
                </a:extLst>
              </a:tr>
              <a:tr h="327069">
                <a:tc>
                  <a:txBody>
                    <a:bodyPr/>
                    <a:lstStyle/>
                    <a:p>
                      <a:pPr algn="ctr"/>
                      <a:r>
                        <a:rPr lang="en-IN" sz="1400" b="1" dirty="0"/>
                        <a:t>PB-10</a:t>
                      </a:r>
                    </a:p>
                  </a:txBody>
                  <a:tcPr marL="64945" marR="64945" marT="32473" marB="324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1"/>
                        <a:t>File Type Detection</a:t>
                      </a:r>
                    </a:p>
                  </a:txBody>
                  <a:tcPr marL="64945" marR="64945" marT="32473" marB="324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/>
                        <a:t>High</a:t>
                      </a:r>
                    </a:p>
                  </a:txBody>
                  <a:tcPr marL="64945" marR="64945" marT="32473" marB="324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/>
                        <a:t>3 Hrs</a:t>
                      </a:r>
                    </a:p>
                  </a:txBody>
                  <a:tcPr marL="64945" marR="64945" marT="32473" marB="324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46367607"/>
                  </a:ext>
                </a:extLst>
              </a:tr>
              <a:tr h="327069">
                <a:tc>
                  <a:txBody>
                    <a:bodyPr/>
                    <a:lstStyle/>
                    <a:p>
                      <a:pPr algn="ctr"/>
                      <a:r>
                        <a:rPr lang="en-IN" sz="1400" b="1" dirty="0"/>
                        <a:t>PB-11</a:t>
                      </a:r>
                    </a:p>
                  </a:txBody>
                  <a:tcPr marL="64945" marR="64945" marT="32473" marB="324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1"/>
                        <a:t>Duplicate Detection</a:t>
                      </a:r>
                    </a:p>
                  </a:txBody>
                  <a:tcPr marL="64945" marR="64945" marT="32473" marB="324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/>
                        <a:t>High</a:t>
                      </a:r>
                    </a:p>
                  </a:txBody>
                  <a:tcPr marL="64945" marR="64945" marT="32473" marB="324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/>
                        <a:t>3 Hrs</a:t>
                      </a:r>
                    </a:p>
                  </a:txBody>
                  <a:tcPr marL="64945" marR="64945" marT="32473" marB="324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69813858"/>
                  </a:ext>
                </a:extLst>
              </a:tr>
              <a:tr h="327069">
                <a:tc>
                  <a:txBody>
                    <a:bodyPr/>
                    <a:lstStyle/>
                    <a:p>
                      <a:pPr algn="ctr"/>
                      <a:r>
                        <a:rPr lang="en-IN" sz="1400" b="1" dirty="0"/>
                        <a:t>PB-12</a:t>
                      </a:r>
                    </a:p>
                  </a:txBody>
                  <a:tcPr marL="64945" marR="64945" marT="32473" marB="324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1"/>
                        <a:t>Backup Module</a:t>
                      </a:r>
                    </a:p>
                  </a:txBody>
                  <a:tcPr marL="64945" marR="64945" marT="32473" marB="324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/>
                        <a:t>Medium</a:t>
                      </a:r>
                    </a:p>
                  </a:txBody>
                  <a:tcPr marL="64945" marR="64945" marT="32473" marB="324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/>
                        <a:t>3 Hrs</a:t>
                      </a:r>
                    </a:p>
                  </a:txBody>
                  <a:tcPr marL="64945" marR="64945" marT="32473" marB="324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21306619"/>
                  </a:ext>
                </a:extLst>
              </a:tr>
              <a:tr h="327069">
                <a:tc>
                  <a:txBody>
                    <a:bodyPr/>
                    <a:lstStyle/>
                    <a:p>
                      <a:pPr algn="ctr"/>
                      <a:r>
                        <a:rPr lang="en-IN" sz="1400" b="1" dirty="0"/>
                        <a:t>PB-13</a:t>
                      </a:r>
                    </a:p>
                  </a:txBody>
                  <a:tcPr marL="64945" marR="64945" marT="32473" marB="324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1"/>
                        <a:t>Menu Integration</a:t>
                      </a:r>
                    </a:p>
                  </a:txBody>
                  <a:tcPr marL="64945" marR="64945" marT="32473" marB="324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/>
                        <a:t>High</a:t>
                      </a:r>
                    </a:p>
                  </a:txBody>
                  <a:tcPr marL="64945" marR="64945" marT="32473" marB="324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/>
                        <a:t>3 Hrs</a:t>
                      </a:r>
                    </a:p>
                  </a:txBody>
                  <a:tcPr marL="64945" marR="64945" marT="32473" marB="324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11233717"/>
                  </a:ext>
                </a:extLst>
              </a:tr>
              <a:tr h="327069">
                <a:tc>
                  <a:txBody>
                    <a:bodyPr/>
                    <a:lstStyle/>
                    <a:p>
                      <a:pPr algn="ctr"/>
                      <a:r>
                        <a:rPr lang="en-IN" sz="1400" b="1" dirty="0"/>
                        <a:t>PB-14</a:t>
                      </a:r>
                    </a:p>
                  </a:txBody>
                  <a:tcPr marL="64945" marR="64945" marT="32473" marB="324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1"/>
                        <a:t>File Organizer</a:t>
                      </a:r>
                    </a:p>
                  </a:txBody>
                  <a:tcPr marL="64945" marR="64945" marT="32473" marB="324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/>
                        <a:t>High</a:t>
                      </a:r>
                    </a:p>
                  </a:txBody>
                  <a:tcPr marL="64945" marR="64945" marT="32473" marB="324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/>
                        <a:t>4 Hrs</a:t>
                      </a:r>
                    </a:p>
                  </a:txBody>
                  <a:tcPr marL="64945" marR="64945" marT="32473" marB="324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81633588"/>
                  </a:ext>
                </a:extLst>
              </a:tr>
              <a:tr h="327069">
                <a:tc>
                  <a:txBody>
                    <a:bodyPr/>
                    <a:lstStyle/>
                    <a:p>
                      <a:pPr algn="ctr"/>
                      <a:r>
                        <a:rPr lang="en-IN" sz="1400" b="1" dirty="0"/>
                        <a:t>PB-15</a:t>
                      </a:r>
                    </a:p>
                  </a:txBody>
                  <a:tcPr marL="64945" marR="64945" marT="32473" marB="324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1" dirty="0"/>
                        <a:t>Testing &amp; Documentation</a:t>
                      </a:r>
                    </a:p>
                  </a:txBody>
                  <a:tcPr marL="64945" marR="64945" marT="32473" marB="324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 dirty="0"/>
                        <a:t>High</a:t>
                      </a:r>
                    </a:p>
                  </a:txBody>
                  <a:tcPr marL="64945" marR="64945" marT="32473" marB="324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 dirty="0"/>
                        <a:t>5 Hrs</a:t>
                      </a:r>
                    </a:p>
                  </a:txBody>
                  <a:tcPr marL="64945" marR="64945" marT="32473" marB="324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956769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05712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1D1DA7-2EB8-D6A7-05CB-5A92CE8FB8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IN" dirty="0"/>
            </a:br>
            <a:endParaRPr lang="en-IN" dirty="0"/>
          </a:p>
        </p:txBody>
      </p:sp>
      <p:sp>
        <p:nvSpPr>
          <p:cNvPr id="15" name="Rectangle 4">
            <a:extLst>
              <a:ext uri="{FF2B5EF4-FFF2-40B4-BE49-F238E27FC236}">
                <a16:creationId xmlns:a16="http://schemas.microsoft.com/office/drawing/2014/main" id="{0157859C-AF25-4A54-B3CF-E862DF01F8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8960" y="508000"/>
            <a:ext cx="9428480" cy="70173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Login Authentication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PB-01 Login Authentication (2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Hrs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Folder Selection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PB-02 Folder Selection (2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Hrs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Automatic Folder Creation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PB-03 Automatic Folder Creation (2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Hrs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File Renaming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PB-04 File Renaming (2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Hrs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Report Generation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PB-05 Report Generation (2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Hrs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Logging Module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PB-06 Logging Module (2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Hrs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Search Module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PB-07 Search Module (2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Hrs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0569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AC1370-698D-4E91-851F-2DCB20A3C3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dirty="0"/>
            </a:b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264BA00-DF00-487F-A934-5093DE8CB845}"/>
              </a:ext>
            </a:extLst>
          </p:cNvPr>
          <p:cNvSpPr txBox="1"/>
          <p:nvPr/>
        </p:nvSpPr>
        <p:spPr>
          <a:xfrm>
            <a:off x="640080" y="609600"/>
            <a:ext cx="10713720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JSON Handling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PB-08 JSON Handling (2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Hrs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File Scanner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PB-09 File Scanner (3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Hrs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File Type Detection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PB-10 File Type Detection (3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Hrs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endParaRPr lang="en-IN" dirty="0"/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7A156B13-9568-4193-82D5-89457E5330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0080" y="3429000"/>
            <a:ext cx="3771097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Duplicate Detection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PB-11 Duplicate Detection (3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Hrs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Backup Module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PB-12 Backup Module (3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Hrs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Menu Integration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PB-13 Menu Integration (3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Hrs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 </a:t>
            </a:r>
          </a:p>
        </p:txBody>
      </p:sp>
    </p:spTree>
    <p:extLst>
      <p:ext uri="{BB962C8B-B14F-4D97-AF65-F5344CB8AC3E}">
        <p14:creationId xmlns:p14="http://schemas.microsoft.com/office/powerpoint/2010/main" val="31254888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CB94C4-1378-851C-5019-B5416545C9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dirty="0"/>
            </a:b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E7AB348-332D-43EF-B95F-465FC2F3970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44550" y="537528"/>
            <a:ext cx="4412490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File Organizer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PB-14 File Organizer (4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Hrs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Testing &amp; Documentation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PB-15 Testing &amp; Documentation (5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Hrs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 </a:t>
            </a:r>
          </a:p>
        </p:txBody>
      </p:sp>
    </p:spTree>
    <p:extLst>
      <p:ext uri="{BB962C8B-B14F-4D97-AF65-F5344CB8AC3E}">
        <p14:creationId xmlns:p14="http://schemas.microsoft.com/office/powerpoint/2010/main" val="18072184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F0C903AB-412C-1B29-7653-9144B458A1DD}"/>
              </a:ext>
            </a:extLst>
          </p:cNvPr>
          <p:cNvSpPr txBox="1"/>
          <p:nvPr/>
        </p:nvSpPr>
        <p:spPr>
          <a:xfrm>
            <a:off x="597974" y="-153238"/>
            <a:ext cx="30189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/>
              <a:t>Developers</a:t>
            </a:r>
          </a:p>
        </p:txBody>
      </p:sp>
      <p:graphicFrame>
        <p:nvGraphicFramePr>
          <p:cNvPr id="5" name="Table 6">
            <a:extLst>
              <a:ext uri="{FF2B5EF4-FFF2-40B4-BE49-F238E27FC236}">
                <a16:creationId xmlns:a16="http://schemas.microsoft.com/office/drawing/2014/main" id="{7DA9833E-9AF0-449B-919D-7DB328B145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4670142"/>
              </p:ext>
            </p:extLst>
          </p:nvPr>
        </p:nvGraphicFramePr>
        <p:xfrm>
          <a:off x="86360" y="384386"/>
          <a:ext cx="11673840" cy="623993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1027188919"/>
                    </a:ext>
                  </a:extLst>
                </a:gridCol>
                <a:gridCol w="6228080">
                  <a:extLst>
                    <a:ext uri="{9D8B030D-6E8A-4147-A177-3AD203B41FA5}">
                      <a16:colId xmlns:a16="http://schemas.microsoft.com/office/drawing/2014/main" val="2624674514"/>
                    </a:ext>
                  </a:extLst>
                </a:gridCol>
                <a:gridCol w="3159760">
                  <a:extLst>
                    <a:ext uri="{9D8B030D-6E8A-4147-A177-3AD203B41FA5}">
                      <a16:colId xmlns:a16="http://schemas.microsoft.com/office/drawing/2014/main" val="3504619593"/>
                    </a:ext>
                  </a:extLst>
                </a:gridCol>
              </a:tblGrid>
              <a:tr h="1454706">
                <a:tc>
                  <a:txBody>
                    <a:bodyPr/>
                    <a:lstStyle/>
                    <a:p>
                      <a:pPr algn="ctr"/>
                      <a:r>
                        <a:rPr lang="en-US" sz="4000" dirty="0"/>
                        <a:t>Name</a:t>
                      </a:r>
                      <a:endParaRPr lang="en-IN" sz="4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4000" dirty="0"/>
                        <a:t>Task</a:t>
                      </a:r>
                      <a:endParaRPr lang="en-IN" sz="4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dirty="0"/>
                        <a:t>Time Requirement</a:t>
                      </a:r>
                      <a:endParaRPr lang="en-IN" sz="4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4721927"/>
                  </a:ext>
                </a:extLst>
              </a:tr>
              <a:tr h="1170907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 err="1"/>
                        <a:t>Chaitali</a:t>
                      </a:r>
                      <a:r>
                        <a:rPr lang="en-IN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lvl="0" indent="-28575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kumimoji="0" lang="en-US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Login Authentication</a:t>
                      </a:r>
                    </a:p>
                    <a:p>
                      <a:pPr marL="285750" indent="-285750" algn="just">
                        <a:buFont typeface="Wingdings" panose="05000000000000000000" pitchFamily="2" charset="2"/>
                        <a:buChar char="§"/>
                      </a:pPr>
                      <a:r>
                        <a:rPr kumimoji="0" lang="en-US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Folder Selection</a:t>
                      </a:r>
                    </a:p>
                    <a:p>
                      <a:pPr marL="285750" indent="-285750" algn="just">
                        <a:buFont typeface="Wingdings" panose="05000000000000000000" pitchFamily="2" charset="2"/>
                        <a:buChar char="§"/>
                      </a:pPr>
                      <a:r>
                        <a:rPr kumimoji="0" lang="en-US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Automatic Folder Creation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ctr">
                        <a:buFont typeface="Wingdings" panose="05000000000000000000" pitchFamily="2" charset="2"/>
                        <a:buChar char="§"/>
                      </a:pPr>
                      <a:r>
                        <a:rPr lang="en-US" dirty="0"/>
                        <a:t>2 hours</a:t>
                      </a:r>
                    </a:p>
                    <a:p>
                      <a:pPr marL="285750" indent="-285750" algn="ctr">
                        <a:buFont typeface="Wingdings" panose="05000000000000000000" pitchFamily="2" charset="2"/>
                        <a:buChar char="§"/>
                      </a:pPr>
                      <a:r>
                        <a:rPr lang="en-US" dirty="0"/>
                        <a:t>2 hours</a:t>
                      </a:r>
                    </a:p>
                    <a:p>
                      <a:pPr marL="285750" indent="-285750" algn="ctr">
                        <a:buFont typeface="Wingdings" panose="05000000000000000000" pitchFamily="2" charset="2"/>
                        <a:buChar char="§"/>
                      </a:pPr>
                      <a:r>
                        <a:rPr lang="en-US" dirty="0"/>
                        <a:t>2 hours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6009488"/>
                  </a:ext>
                </a:extLst>
              </a:tr>
              <a:tr h="1170907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 err="1"/>
                        <a:t>Prashik</a:t>
                      </a:r>
                      <a:r>
                        <a:rPr lang="en-IN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just">
                        <a:buFont typeface="Wingdings" panose="05000000000000000000" pitchFamily="2" charset="2"/>
                        <a:buChar char="§"/>
                      </a:pPr>
                      <a:r>
                        <a:rPr kumimoji="0" lang="en-US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File Renaming</a:t>
                      </a:r>
                    </a:p>
                    <a:p>
                      <a:pPr marL="285750" indent="-285750" algn="just">
                        <a:buFont typeface="Wingdings" panose="05000000000000000000" pitchFamily="2" charset="2"/>
                        <a:buChar char="§"/>
                      </a:pPr>
                      <a:r>
                        <a:rPr kumimoji="0" lang="en-US" altLang="en-US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Report Generation</a:t>
                      </a:r>
                    </a:p>
                    <a:p>
                      <a:pPr marL="285750" indent="-285750" algn="just">
                        <a:buFont typeface="Wingdings" panose="05000000000000000000" pitchFamily="2" charset="2"/>
                        <a:buChar char="§"/>
                      </a:pPr>
                      <a:r>
                        <a:rPr kumimoji="0" lang="en-US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Logging Module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ctr">
                        <a:buFont typeface="Wingdings" panose="05000000000000000000" pitchFamily="2" charset="2"/>
                        <a:buChar char="§"/>
                      </a:pPr>
                      <a:r>
                        <a:rPr lang="en-US" dirty="0"/>
                        <a:t>2 hours</a:t>
                      </a:r>
                    </a:p>
                    <a:p>
                      <a:pPr marL="285750" indent="-285750" algn="ctr">
                        <a:buFont typeface="Wingdings" panose="05000000000000000000" pitchFamily="2" charset="2"/>
                        <a:buChar char="§"/>
                      </a:pPr>
                      <a:r>
                        <a:rPr lang="en-US" dirty="0"/>
                        <a:t>2 hours</a:t>
                      </a:r>
                    </a:p>
                    <a:p>
                      <a:pPr marL="285750" indent="-285750" algn="ctr">
                        <a:buFont typeface="Wingdings" panose="05000000000000000000" pitchFamily="2" charset="2"/>
                        <a:buChar char="§"/>
                      </a:pPr>
                      <a:r>
                        <a:rPr lang="en-US" dirty="0"/>
                        <a:t>2 hours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2080294"/>
                  </a:ext>
                </a:extLst>
              </a:tr>
              <a:tr h="1170907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 err="1"/>
                        <a:t>Dhanshri</a:t>
                      </a:r>
                      <a:r>
                        <a:rPr lang="en-IN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lvl="0" indent="-28575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kumimoji="0" lang="en-US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Search Module</a:t>
                      </a:r>
                    </a:p>
                    <a:p>
                      <a:pPr marL="285750" marR="0" lvl="0" indent="-28575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kumimoji="0" lang="en-US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JSON Handling</a:t>
                      </a:r>
                    </a:p>
                    <a:p>
                      <a:pPr marL="285750" marR="0" lvl="0" indent="-28575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kumimoji="0" lang="en-US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File Scanner</a:t>
                      </a:r>
                    </a:p>
                    <a:p>
                      <a:pPr marL="285750" marR="0" lvl="0" indent="-28575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kumimoji="0" lang="en-US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Menu Integration</a:t>
                      </a:r>
                    </a:p>
                    <a:p>
                      <a:pPr algn="just"/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ctr">
                        <a:buFont typeface="Wingdings" panose="05000000000000000000" pitchFamily="2" charset="2"/>
                        <a:buChar char="§"/>
                      </a:pPr>
                      <a:r>
                        <a:rPr lang="en-US" dirty="0"/>
                        <a:t>2 hours</a:t>
                      </a:r>
                    </a:p>
                    <a:p>
                      <a:pPr marL="285750" indent="-285750" algn="ctr">
                        <a:buFont typeface="Wingdings" panose="05000000000000000000" pitchFamily="2" charset="2"/>
                        <a:buChar char="§"/>
                      </a:pPr>
                      <a:r>
                        <a:rPr lang="en-US" dirty="0"/>
                        <a:t>2 hours</a:t>
                      </a:r>
                    </a:p>
                    <a:p>
                      <a:pPr marL="285750" indent="-285750" algn="ctr">
                        <a:buFont typeface="Wingdings" panose="05000000000000000000" pitchFamily="2" charset="2"/>
                        <a:buChar char="§"/>
                      </a:pPr>
                      <a:r>
                        <a:rPr lang="en-US" dirty="0"/>
                        <a:t>3 hours</a:t>
                      </a:r>
                    </a:p>
                    <a:p>
                      <a:pPr marL="285750" indent="-285750" algn="ctr">
                        <a:buFont typeface="Wingdings" panose="05000000000000000000" pitchFamily="2" charset="2"/>
                        <a:buChar char="§"/>
                      </a:pPr>
                      <a:r>
                        <a:rPr lang="en-US" dirty="0"/>
                        <a:t>3 hours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0043728"/>
                  </a:ext>
                </a:extLst>
              </a:tr>
              <a:tr h="980374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 err="1"/>
                        <a:t>Harshwardhan</a:t>
                      </a:r>
                      <a:endParaRPr lang="en-IN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just">
                        <a:buFont typeface="Wingdings" panose="05000000000000000000" pitchFamily="2" charset="2"/>
                        <a:buChar char="§"/>
                      </a:pPr>
                      <a:r>
                        <a:rPr kumimoji="0" lang="en-US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File Type Detection</a:t>
                      </a:r>
                    </a:p>
                    <a:p>
                      <a:pPr marL="285750" indent="-285750" algn="just">
                        <a:buFont typeface="Wingdings" panose="05000000000000000000" pitchFamily="2" charset="2"/>
                        <a:buChar char="§"/>
                      </a:pPr>
                      <a:r>
                        <a:rPr kumimoji="0" lang="en-US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Duplicate Detection</a:t>
                      </a:r>
                    </a:p>
                    <a:p>
                      <a:pPr marL="285750" indent="-285750" algn="just">
                        <a:buFont typeface="Wingdings" panose="05000000000000000000" pitchFamily="2" charset="2"/>
                        <a:buChar char="§"/>
                      </a:pPr>
                      <a:r>
                        <a:rPr kumimoji="0" lang="en-US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Backup Module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ctr">
                        <a:buFont typeface="Wingdings" panose="05000000000000000000" pitchFamily="2" charset="2"/>
                        <a:buChar char="§"/>
                      </a:pPr>
                      <a:r>
                        <a:rPr lang="en-US" dirty="0"/>
                        <a:t>3 hours</a:t>
                      </a:r>
                    </a:p>
                    <a:p>
                      <a:pPr marL="285750" indent="-285750" algn="ctr">
                        <a:buFont typeface="Wingdings" panose="05000000000000000000" pitchFamily="2" charset="2"/>
                        <a:buChar char="§"/>
                      </a:pPr>
                      <a:r>
                        <a:rPr lang="en-US" dirty="0"/>
                        <a:t>3 hours</a:t>
                      </a:r>
                    </a:p>
                    <a:p>
                      <a:pPr marL="285750" indent="-285750" algn="ctr">
                        <a:buFont typeface="Wingdings" panose="05000000000000000000" pitchFamily="2" charset="2"/>
                        <a:buChar char="§"/>
                      </a:pPr>
                      <a:r>
                        <a:rPr lang="en-US" dirty="0"/>
                        <a:t>3 hours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91179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90229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8B8A5C-2E3C-B407-D588-3A97726766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7997253-2DCD-1E5F-1CF0-7AE630D13A7F}"/>
              </a:ext>
            </a:extLst>
          </p:cNvPr>
          <p:cNvSpPr txBox="1"/>
          <p:nvPr/>
        </p:nvSpPr>
        <p:spPr>
          <a:xfrm>
            <a:off x="697374" y="144335"/>
            <a:ext cx="161133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b="1" dirty="0">
                <a:latin typeface="Arial" panose="020B0604020202020204" pitchFamily="34" charset="0"/>
                <a:cs typeface="Arial" panose="020B0604020202020204" pitchFamily="34" charset="0"/>
              </a:rPr>
              <a:t>Testers</a:t>
            </a:r>
          </a:p>
        </p:txBody>
      </p:sp>
      <p:graphicFrame>
        <p:nvGraphicFramePr>
          <p:cNvPr id="7" name="Table 8">
            <a:extLst>
              <a:ext uri="{FF2B5EF4-FFF2-40B4-BE49-F238E27FC236}">
                <a16:creationId xmlns:a16="http://schemas.microsoft.com/office/drawing/2014/main" id="{BEEB3544-3C10-4A7E-9E36-194AA767EC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3160654"/>
              </p:ext>
            </p:extLst>
          </p:nvPr>
        </p:nvGraphicFramePr>
        <p:xfrm>
          <a:off x="867266" y="729110"/>
          <a:ext cx="10627360" cy="58503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51854">
                  <a:extLst>
                    <a:ext uri="{9D8B030D-6E8A-4147-A177-3AD203B41FA5}">
                      <a16:colId xmlns:a16="http://schemas.microsoft.com/office/drawing/2014/main" val="175068739"/>
                    </a:ext>
                  </a:extLst>
                </a:gridCol>
                <a:gridCol w="5073506">
                  <a:extLst>
                    <a:ext uri="{9D8B030D-6E8A-4147-A177-3AD203B41FA5}">
                      <a16:colId xmlns:a16="http://schemas.microsoft.com/office/drawing/2014/main" val="392278839"/>
                    </a:ext>
                  </a:extLst>
                </a:gridCol>
                <a:gridCol w="3302000">
                  <a:extLst>
                    <a:ext uri="{9D8B030D-6E8A-4147-A177-3AD203B41FA5}">
                      <a16:colId xmlns:a16="http://schemas.microsoft.com/office/drawing/2014/main" val="3380012581"/>
                    </a:ext>
                  </a:extLst>
                </a:gridCol>
              </a:tblGrid>
              <a:tr h="873648"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Name</a:t>
                      </a:r>
                      <a:endParaRPr lang="en-IN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3200" dirty="0"/>
                        <a:t>Task</a:t>
                      </a:r>
                      <a:endParaRPr lang="en-IN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Time requirement</a:t>
                      </a:r>
                      <a:endParaRPr lang="en-IN" sz="3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5132500"/>
                  </a:ext>
                </a:extLst>
              </a:tr>
              <a:tr h="2324906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Dhanraj</a:t>
                      </a:r>
                      <a:endParaRPr lang="en-IN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lvl="0" indent="-28575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kumimoji="0" lang="en-US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Login Authentication</a:t>
                      </a:r>
                    </a:p>
                    <a:p>
                      <a:pPr marL="285750" indent="-285750" algn="just">
                        <a:buFont typeface="Wingdings" panose="05000000000000000000" pitchFamily="2" charset="2"/>
                        <a:buChar char="§"/>
                      </a:pPr>
                      <a:r>
                        <a:rPr kumimoji="0" lang="en-US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Folder Selection</a:t>
                      </a:r>
                    </a:p>
                    <a:p>
                      <a:pPr marL="285750" indent="-285750" algn="just">
                        <a:buFont typeface="Wingdings" panose="05000000000000000000" pitchFamily="2" charset="2"/>
                        <a:buChar char="§"/>
                      </a:pPr>
                      <a:r>
                        <a:rPr kumimoji="0" lang="en-US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Automatic Folder Creation</a:t>
                      </a:r>
                    </a:p>
                    <a:p>
                      <a:pPr marL="285750" indent="-285750" algn="just">
                        <a:buFont typeface="Wingdings" panose="05000000000000000000" pitchFamily="2" charset="2"/>
                        <a:buChar char="§"/>
                      </a:pPr>
                      <a:r>
                        <a:rPr kumimoji="0" lang="en-US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File Renaming</a:t>
                      </a:r>
                    </a:p>
                    <a:p>
                      <a:pPr marL="285750" indent="-285750" algn="just">
                        <a:buFont typeface="Wingdings" panose="05000000000000000000" pitchFamily="2" charset="2"/>
                        <a:buChar char="§"/>
                      </a:pPr>
                      <a:r>
                        <a:rPr kumimoji="0" lang="en-US" altLang="en-US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Report Generation</a:t>
                      </a:r>
                    </a:p>
                    <a:p>
                      <a:pPr marL="285750" indent="-285750" algn="just">
                        <a:buFont typeface="Wingdings" panose="05000000000000000000" pitchFamily="2" charset="2"/>
                        <a:buChar char="§"/>
                      </a:pPr>
                      <a:r>
                        <a:rPr kumimoji="0" lang="en-US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Logging Module</a:t>
                      </a:r>
                      <a:endParaRPr lang="en-IN" dirty="0"/>
                    </a:p>
                    <a:p>
                      <a:pPr marL="285750" indent="-285750" algn="just">
                        <a:buFont typeface="Wingdings" panose="05000000000000000000" pitchFamily="2" charset="2"/>
                        <a:buChar char="§"/>
                      </a:pP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dirty="0"/>
                        <a:t>Total time : 4hr</a:t>
                      </a:r>
                      <a:endParaRPr lang="en-IN" sz="2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828939"/>
                  </a:ext>
                </a:extLst>
              </a:tr>
              <a:tr h="2178496"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 err="1"/>
                        <a:t>Dimpal</a:t>
                      </a:r>
                      <a:r>
                        <a:rPr lang="en-IN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lvl="0" indent="-28575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kumimoji="0" lang="en-US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Search Module</a:t>
                      </a:r>
                    </a:p>
                    <a:p>
                      <a:pPr marL="285750" marR="0" lvl="0" indent="-28575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kumimoji="0" lang="en-US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JSON Handling</a:t>
                      </a:r>
                    </a:p>
                    <a:p>
                      <a:pPr marL="285750" marR="0" lvl="0" indent="-28575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kumimoji="0" lang="en-US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File Scanner</a:t>
                      </a:r>
                    </a:p>
                    <a:p>
                      <a:pPr marL="285750" marR="0" lvl="0" indent="-28575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kumimoji="0" lang="en-US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Menu Integration</a:t>
                      </a:r>
                    </a:p>
                    <a:p>
                      <a:pPr marL="285750" indent="-285750" algn="just">
                        <a:buFont typeface="Wingdings" panose="05000000000000000000" pitchFamily="2" charset="2"/>
                        <a:buChar char="§"/>
                      </a:pPr>
                      <a:r>
                        <a:rPr kumimoji="0" lang="en-US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File Type Detection</a:t>
                      </a:r>
                    </a:p>
                    <a:p>
                      <a:pPr marL="285750" indent="-285750" algn="just">
                        <a:buFont typeface="Wingdings" panose="05000000000000000000" pitchFamily="2" charset="2"/>
                        <a:buChar char="§"/>
                      </a:pPr>
                      <a:r>
                        <a:rPr kumimoji="0" lang="en-US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Duplicate Detection</a:t>
                      </a:r>
                    </a:p>
                    <a:p>
                      <a:pPr marL="285750" indent="-285750" algn="just">
                        <a:buFont typeface="Wingdings" panose="05000000000000000000" pitchFamily="2" charset="2"/>
                        <a:buChar char="§"/>
                      </a:pPr>
                      <a:r>
                        <a:rPr kumimoji="0" lang="en-US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Backup Module</a:t>
                      </a:r>
                      <a:endParaRPr lang="en-IN" dirty="0"/>
                    </a:p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en-US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dirty="0"/>
                        <a:t>Total time : 4hr</a:t>
                      </a:r>
                      <a:endParaRPr lang="en-IN" sz="2400" b="1" dirty="0"/>
                    </a:p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5104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just">
                        <a:buFont typeface="Wingdings" panose="05000000000000000000" pitchFamily="2" charset="2"/>
                        <a:buChar char="§"/>
                      </a:pP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36508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860516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474884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812</TotalTime>
  <Words>543</Words>
  <Application>Microsoft Office PowerPoint</Application>
  <PresentationFormat>Widescreen</PresentationFormat>
  <Paragraphs>201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Aptos</vt:lpstr>
      <vt:lpstr>Aptos Display</vt:lpstr>
      <vt:lpstr>Arial</vt:lpstr>
      <vt:lpstr>Wingdings</vt:lpstr>
      <vt:lpstr>Office Theme</vt:lpstr>
      <vt:lpstr>Process Automation System</vt:lpstr>
      <vt:lpstr>Roles</vt:lpstr>
      <vt:lpstr>Project Objective</vt:lpstr>
      <vt:lpstr>Features</vt:lpstr>
      <vt:lpstr>Product Backlog Grooming  </vt:lpstr>
      <vt:lpstr> </vt:lpstr>
      <vt:lpstr> </vt:lpstr>
      <vt:lpstr> 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Process Automation System</dc:title>
  <dc:creator>AKSHAY CHAUDHARI</dc:creator>
  <cp:lastModifiedBy>harsh patil</cp:lastModifiedBy>
  <cp:revision>16</cp:revision>
  <dcterms:created xsi:type="dcterms:W3CDTF">2026-07-01T04:43:42Z</dcterms:created>
  <dcterms:modified xsi:type="dcterms:W3CDTF">2026-07-02T04:40:56Z</dcterms:modified>
</cp:coreProperties>
</file>