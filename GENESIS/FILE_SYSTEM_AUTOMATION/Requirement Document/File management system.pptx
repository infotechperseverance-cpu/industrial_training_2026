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5" r:id="rId17"/>
    <p:sldId id="272" r:id="rId18"/>
    <p:sldId id="273" r:id="rId19"/>
    <p:sldId id="274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5F09AF-F7FA-4D87-B006-6F53219D4834}" v="65" dt="2026-07-01T12:27:46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Chavhan" userId="9edfd9887df9be9a" providerId="LiveId" clId="{3809B9D4-3579-498F-A391-07301EF61CBF}"/>
    <pc:docChg chg="undo redo custSel addSld delSld modSld addSection delSection">
      <pc:chgData name="Sakshi Chavhan" userId="9edfd9887df9be9a" providerId="LiveId" clId="{3809B9D4-3579-498F-A391-07301EF61CBF}" dt="2026-07-02T06:18:47.076" v="1075" actId="20577"/>
      <pc:docMkLst>
        <pc:docMk/>
      </pc:docMkLst>
      <pc:sldChg chg="modSp mod">
        <pc:chgData name="Sakshi Chavhan" userId="9edfd9887df9be9a" providerId="LiveId" clId="{3809B9D4-3579-498F-A391-07301EF61CBF}" dt="2026-07-02T06:18:47.076" v="1075" actId="20577"/>
        <pc:sldMkLst>
          <pc:docMk/>
          <pc:sldMk cId="2390994052" sldId="256"/>
        </pc:sldMkLst>
        <pc:spChg chg="mod">
          <ac:chgData name="Sakshi Chavhan" userId="9edfd9887df9be9a" providerId="LiveId" clId="{3809B9D4-3579-498F-A391-07301EF61CBF}" dt="2026-07-02T06:18:47.076" v="1075" actId="20577"/>
          <ac:spMkLst>
            <pc:docMk/>
            <pc:sldMk cId="2390994052" sldId="256"/>
            <ac:spMk id="2" creationId="{36E03B32-2E13-ED91-834F-E8A7DE0AE6F8}"/>
          </ac:spMkLst>
        </pc:spChg>
      </pc:sldChg>
      <pc:sldChg chg="modSp mod">
        <pc:chgData name="Sakshi Chavhan" userId="9edfd9887df9be9a" providerId="LiveId" clId="{3809B9D4-3579-498F-A391-07301EF61CBF}" dt="2026-07-01T12:40:33.838" v="1051" actId="20577"/>
        <pc:sldMkLst>
          <pc:docMk/>
          <pc:sldMk cId="1214003935" sldId="260"/>
        </pc:sldMkLst>
        <pc:spChg chg="mod">
          <ac:chgData name="Sakshi Chavhan" userId="9edfd9887df9be9a" providerId="LiveId" clId="{3809B9D4-3579-498F-A391-07301EF61CBF}" dt="2026-07-01T12:40:33.838" v="1051" actId="20577"/>
          <ac:spMkLst>
            <pc:docMk/>
            <pc:sldMk cId="1214003935" sldId="260"/>
            <ac:spMk id="3" creationId="{4FF455DE-0312-6415-FBA6-9D341FA01B01}"/>
          </ac:spMkLst>
        </pc:spChg>
      </pc:sldChg>
      <pc:sldChg chg="modSp mod">
        <pc:chgData name="Sakshi Chavhan" userId="9edfd9887df9be9a" providerId="LiveId" clId="{3809B9D4-3579-498F-A391-07301EF61CBF}" dt="2026-07-01T08:48:11.754" v="457" actId="20577"/>
        <pc:sldMkLst>
          <pc:docMk/>
          <pc:sldMk cId="3709104391" sldId="266"/>
        </pc:sldMkLst>
        <pc:spChg chg="mod">
          <ac:chgData name="Sakshi Chavhan" userId="9edfd9887df9be9a" providerId="LiveId" clId="{3809B9D4-3579-498F-A391-07301EF61CBF}" dt="2026-07-01T08:32:32.547" v="158" actId="113"/>
          <ac:spMkLst>
            <pc:docMk/>
            <pc:sldMk cId="3709104391" sldId="266"/>
            <ac:spMk id="2" creationId="{9CD1BDF2-1807-C2EF-CB89-6C50D2F7C318}"/>
          </ac:spMkLst>
        </pc:spChg>
        <pc:spChg chg="mod">
          <ac:chgData name="Sakshi Chavhan" userId="9edfd9887df9be9a" providerId="LiveId" clId="{3809B9D4-3579-498F-A391-07301EF61CBF}" dt="2026-07-01T08:48:11.754" v="457" actId="20577"/>
          <ac:spMkLst>
            <pc:docMk/>
            <pc:sldMk cId="3709104391" sldId="266"/>
            <ac:spMk id="3" creationId="{573F692F-BFCD-A1D0-7F12-595F87104F21}"/>
          </ac:spMkLst>
        </pc:spChg>
      </pc:sldChg>
      <pc:sldChg chg="modSp new mod">
        <pc:chgData name="Sakshi Chavhan" userId="9edfd9887df9be9a" providerId="LiveId" clId="{3809B9D4-3579-498F-A391-07301EF61CBF}" dt="2026-07-01T11:59:54.841" v="842" actId="20577"/>
        <pc:sldMkLst>
          <pc:docMk/>
          <pc:sldMk cId="2206555951" sldId="267"/>
        </pc:sldMkLst>
        <pc:spChg chg="mod">
          <ac:chgData name="Sakshi Chavhan" userId="9edfd9887df9be9a" providerId="LiveId" clId="{3809B9D4-3579-498F-A391-07301EF61CBF}" dt="2026-07-01T08:12:52.295" v="5" actId="113"/>
          <ac:spMkLst>
            <pc:docMk/>
            <pc:sldMk cId="2206555951" sldId="267"/>
            <ac:spMk id="2" creationId="{E9EB3D6A-BA65-CA28-827A-74E5B541DB91}"/>
          </ac:spMkLst>
        </pc:spChg>
        <pc:spChg chg="mod">
          <ac:chgData name="Sakshi Chavhan" userId="9edfd9887df9be9a" providerId="LiveId" clId="{3809B9D4-3579-498F-A391-07301EF61CBF}" dt="2026-07-01T11:59:54.841" v="842" actId="20577"/>
          <ac:spMkLst>
            <pc:docMk/>
            <pc:sldMk cId="2206555951" sldId="267"/>
            <ac:spMk id="3" creationId="{4C0684F5-E0C0-0454-1135-99890E0091A0}"/>
          </ac:spMkLst>
        </pc:spChg>
      </pc:sldChg>
      <pc:sldChg chg="modSp new mod">
        <pc:chgData name="Sakshi Chavhan" userId="9edfd9887df9be9a" providerId="LiveId" clId="{3809B9D4-3579-498F-A391-07301EF61CBF}" dt="2026-07-01T12:01:53.768" v="864" actId="20577"/>
        <pc:sldMkLst>
          <pc:docMk/>
          <pc:sldMk cId="507542176" sldId="268"/>
        </pc:sldMkLst>
        <pc:spChg chg="mod">
          <ac:chgData name="Sakshi Chavhan" userId="9edfd9887df9be9a" providerId="LiveId" clId="{3809B9D4-3579-498F-A391-07301EF61CBF}" dt="2026-07-01T08:13:09.550" v="7" actId="113"/>
          <ac:spMkLst>
            <pc:docMk/>
            <pc:sldMk cId="507542176" sldId="268"/>
            <ac:spMk id="2" creationId="{034BA371-6141-4670-777D-F625D1C69D82}"/>
          </ac:spMkLst>
        </pc:spChg>
        <pc:spChg chg="mod">
          <ac:chgData name="Sakshi Chavhan" userId="9edfd9887df9be9a" providerId="LiveId" clId="{3809B9D4-3579-498F-A391-07301EF61CBF}" dt="2026-07-01T12:01:53.768" v="864" actId="20577"/>
          <ac:spMkLst>
            <pc:docMk/>
            <pc:sldMk cId="507542176" sldId="268"/>
            <ac:spMk id="3" creationId="{50FDFBE2-7290-E9F7-049F-369E097D2EF5}"/>
          </ac:spMkLst>
        </pc:spChg>
      </pc:sldChg>
      <pc:sldChg chg="modSp new mod">
        <pc:chgData name="Sakshi Chavhan" userId="9edfd9887df9be9a" providerId="LiveId" clId="{3809B9D4-3579-498F-A391-07301EF61CBF}" dt="2026-07-01T08:17:28.758" v="51" actId="12"/>
        <pc:sldMkLst>
          <pc:docMk/>
          <pc:sldMk cId="844484044" sldId="269"/>
        </pc:sldMkLst>
        <pc:spChg chg="mod">
          <ac:chgData name="Sakshi Chavhan" userId="9edfd9887df9be9a" providerId="LiveId" clId="{3809B9D4-3579-498F-A391-07301EF61CBF}" dt="2026-07-01T08:13:28.964" v="9" actId="113"/>
          <ac:spMkLst>
            <pc:docMk/>
            <pc:sldMk cId="844484044" sldId="269"/>
            <ac:spMk id="2" creationId="{AF4D9028-68F4-07BC-4521-004A4A5B06B3}"/>
          </ac:spMkLst>
        </pc:spChg>
        <pc:spChg chg="mod">
          <ac:chgData name="Sakshi Chavhan" userId="9edfd9887df9be9a" providerId="LiveId" clId="{3809B9D4-3579-498F-A391-07301EF61CBF}" dt="2026-07-01T08:17:28.758" v="51" actId="12"/>
          <ac:spMkLst>
            <pc:docMk/>
            <pc:sldMk cId="844484044" sldId="269"/>
            <ac:spMk id="3" creationId="{F229A193-8E4C-C7CD-2265-19B534FC290E}"/>
          </ac:spMkLst>
        </pc:spChg>
      </pc:sldChg>
      <pc:sldChg chg="modSp new mod">
        <pc:chgData name="Sakshi Chavhan" userId="9edfd9887df9be9a" providerId="LiveId" clId="{3809B9D4-3579-498F-A391-07301EF61CBF}" dt="2026-07-01T12:24:50.114" v="923"/>
        <pc:sldMkLst>
          <pc:docMk/>
          <pc:sldMk cId="1949622387" sldId="270"/>
        </pc:sldMkLst>
        <pc:spChg chg="mod">
          <ac:chgData name="Sakshi Chavhan" userId="9edfd9887df9be9a" providerId="LiveId" clId="{3809B9D4-3579-498F-A391-07301EF61CBF}" dt="2026-07-01T12:24:50.114" v="923"/>
          <ac:spMkLst>
            <pc:docMk/>
            <pc:sldMk cId="1949622387" sldId="270"/>
            <ac:spMk id="2" creationId="{E1EF03A8-06C5-7583-258E-1FA10E5735C5}"/>
          </ac:spMkLst>
        </pc:spChg>
        <pc:spChg chg="mod">
          <ac:chgData name="Sakshi Chavhan" userId="9edfd9887df9be9a" providerId="LiveId" clId="{3809B9D4-3579-498F-A391-07301EF61CBF}" dt="2026-07-01T08:19:50.994" v="96" actId="20577"/>
          <ac:spMkLst>
            <pc:docMk/>
            <pc:sldMk cId="1949622387" sldId="270"/>
            <ac:spMk id="3" creationId="{44BAC143-86BA-09BE-2ACB-80E6B2616CA8}"/>
          </ac:spMkLst>
        </pc:spChg>
      </pc:sldChg>
      <pc:sldChg chg="modSp new del mod chgLayout">
        <pc:chgData name="Sakshi Chavhan" userId="9edfd9887df9be9a" providerId="LiveId" clId="{3809B9D4-3579-498F-A391-07301EF61CBF}" dt="2026-07-01T08:24:23.871" v="117" actId="2696"/>
        <pc:sldMkLst>
          <pc:docMk/>
          <pc:sldMk cId="2173196940" sldId="271"/>
        </pc:sldMkLst>
        <pc:spChg chg="mod ord">
          <ac:chgData name="Sakshi Chavhan" userId="9edfd9887df9be9a" providerId="LiveId" clId="{3809B9D4-3579-498F-A391-07301EF61CBF}" dt="2026-07-01T08:23:58.056" v="115" actId="700"/>
          <ac:spMkLst>
            <pc:docMk/>
            <pc:sldMk cId="2173196940" sldId="271"/>
            <ac:spMk id="2" creationId="{A1ED9B80-8AFE-A83C-CA76-CBC5996D4CFA}"/>
          </ac:spMkLst>
        </pc:spChg>
        <pc:spChg chg="mod ord">
          <ac:chgData name="Sakshi Chavhan" userId="9edfd9887df9be9a" providerId="LiveId" clId="{3809B9D4-3579-498F-A391-07301EF61CBF}" dt="2026-07-01T08:23:58.056" v="115" actId="700"/>
          <ac:spMkLst>
            <pc:docMk/>
            <pc:sldMk cId="2173196940" sldId="271"/>
            <ac:spMk id="3" creationId="{B32A2FD0-592F-2987-2421-D4B500755980}"/>
          </ac:spMkLst>
        </pc:spChg>
      </pc:sldChg>
      <pc:sldChg chg="modSp new mod">
        <pc:chgData name="Sakshi Chavhan" userId="9edfd9887df9be9a" providerId="LiveId" clId="{3809B9D4-3579-498F-A391-07301EF61CBF}" dt="2026-07-01T08:27:59.952" v="133" actId="12"/>
        <pc:sldMkLst>
          <pc:docMk/>
          <pc:sldMk cId="3134732311" sldId="272"/>
        </pc:sldMkLst>
        <pc:spChg chg="mod">
          <ac:chgData name="Sakshi Chavhan" userId="9edfd9887df9be9a" providerId="LiveId" clId="{3809B9D4-3579-498F-A391-07301EF61CBF}" dt="2026-07-01T08:21:23.768" v="104" actId="113"/>
          <ac:spMkLst>
            <pc:docMk/>
            <pc:sldMk cId="3134732311" sldId="272"/>
            <ac:spMk id="2" creationId="{7E8346E6-DCD9-F53C-055A-03B2E2F79578}"/>
          </ac:spMkLst>
        </pc:spChg>
        <pc:spChg chg="mod">
          <ac:chgData name="Sakshi Chavhan" userId="9edfd9887df9be9a" providerId="LiveId" clId="{3809B9D4-3579-498F-A391-07301EF61CBF}" dt="2026-07-01T08:27:59.952" v="133" actId="12"/>
          <ac:spMkLst>
            <pc:docMk/>
            <pc:sldMk cId="3134732311" sldId="272"/>
            <ac:spMk id="3" creationId="{FCBEA64E-9D9E-CF97-C373-C666B851096C}"/>
          </ac:spMkLst>
        </pc:spChg>
      </pc:sldChg>
      <pc:sldChg chg="modSp new mod">
        <pc:chgData name="Sakshi Chavhan" userId="9edfd9887df9be9a" providerId="LiveId" clId="{3809B9D4-3579-498F-A391-07301EF61CBF}" dt="2026-07-01T08:29:13.188" v="140" actId="12"/>
        <pc:sldMkLst>
          <pc:docMk/>
          <pc:sldMk cId="3775712131" sldId="273"/>
        </pc:sldMkLst>
        <pc:spChg chg="mod">
          <ac:chgData name="Sakshi Chavhan" userId="9edfd9887df9be9a" providerId="LiveId" clId="{3809B9D4-3579-498F-A391-07301EF61CBF}" dt="2026-07-01T08:21:43.516" v="107" actId="113"/>
          <ac:spMkLst>
            <pc:docMk/>
            <pc:sldMk cId="3775712131" sldId="273"/>
            <ac:spMk id="2" creationId="{083D58BD-5DB7-07CA-4385-5F2AC6EDF5E2}"/>
          </ac:spMkLst>
        </pc:spChg>
        <pc:spChg chg="mod">
          <ac:chgData name="Sakshi Chavhan" userId="9edfd9887df9be9a" providerId="LiveId" clId="{3809B9D4-3579-498F-A391-07301EF61CBF}" dt="2026-07-01T08:29:13.188" v="140" actId="12"/>
          <ac:spMkLst>
            <pc:docMk/>
            <pc:sldMk cId="3775712131" sldId="273"/>
            <ac:spMk id="3" creationId="{BD9926EB-EF36-42AF-1E73-6C0EF78A2F55}"/>
          </ac:spMkLst>
        </pc:spChg>
      </pc:sldChg>
      <pc:sldChg chg="modSp new mod">
        <pc:chgData name="Sakshi Chavhan" userId="9edfd9887df9be9a" providerId="LiveId" clId="{3809B9D4-3579-498F-A391-07301EF61CBF}" dt="2026-07-01T08:30:57.910" v="152" actId="20577"/>
        <pc:sldMkLst>
          <pc:docMk/>
          <pc:sldMk cId="1699401879" sldId="274"/>
        </pc:sldMkLst>
        <pc:spChg chg="mod">
          <ac:chgData name="Sakshi Chavhan" userId="9edfd9887df9be9a" providerId="LiveId" clId="{3809B9D4-3579-498F-A391-07301EF61CBF}" dt="2026-07-01T08:23:27.834" v="112" actId="113"/>
          <ac:spMkLst>
            <pc:docMk/>
            <pc:sldMk cId="1699401879" sldId="274"/>
            <ac:spMk id="2" creationId="{00C91767-1269-D792-3E46-E8F573AEAB0F}"/>
          </ac:spMkLst>
        </pc:spChg>
        <pc:spChg chg="mod">
          <ac:chgData name="Sakshi Chavhan" userId="9edfd9887df9be9a" providerId="LiveId" clId="{3809B9D4-3579-498F-A391-07301EF61CBF}" dt="2026-07-01T08:30:57.910" v="152" actId="20577"/>
          <ac:spMkLst>
            <pc:docMk/>
            <pc:sldMk cId="1699401879" sldId="274"/>
            <ac:spMk id="3" creationId="{A74599F5-1B00-3B2D-D1F9-CDE4F6326592}"/>
          </ac:spMkLst>
        </pc:spChg>
      </pc:sldChg>
      <pc:sldChg chg="new del">
        <pc:chgData name="Sakshi Chavhan" userId="9edfd9887df9be9a" providerId="LiveId" clId="{3809B9D4-3579-498F-A391-07301EF61CBF}" dt="2026-07-01T08:23:45.359" v="114" actId="680"/>
        <pc:sldMkLst>
          <pc:docMk/>
          <pc:sldMk cId="591451289" sldId="275"/>
        </pc:sldMkLst>
      </pc:sldChg>
      <pc:sldChg chg="modSp new mod">
        <pc:chgData name="Sakshi Chavhan" userId="9edfd9887df9be9a" providerId="LiveId" clId="{3809B9D4-3579-498F-A391-07301EF61CBF}" dt="2026-07-01T08:26:47.557" v="126" actId="12"/>
        <pc:sldMkLst>
          <pc:docMk/>
          <pc:sldMk cId="624219750" sldId="275"/>
        </pc:sldMkLst>
        <pc:spChg chg="mod">
          <ac:chgData name="Sakshi Chavhan" userId="9edfd9887df9be9a" providerId="LiveId" clId="{3809B9D4-3579-498F-A391-07301EF61CBF}" dt="2026-07-01T08:24:56.998" v="119" actId="113"/>
          <ac:spMkLst>
            <pc:docMk/>
            <pc:sldMk cId="624219750" sldId="275"/>
            <ac:spMk id="2" creationId="{B7B807A7-8E05-0D0F-5D26-40EE9DABFE44}"/>
          </ac:spMkLst>
        </pc:spChg>
        <pc:spChg chg="mod">
          <ac:chgData name="Sakshi Chavhan" userId="9edfd9887df9be9a" providerId="LiveId" clId="{3809B9D4-3579-498F-A391-07301EF61CBF}" dt="2026-07-01T08:26:47.557" v="126" actId="12"/>
          <ac:spMkLst>
            <pc:docMk/>
            <pc:sldMk cId="624219750" sldId="275"/>
            <ac:spMk id="3" creationId="{8643224E-BDBB-6847-8659-B47CBEEFD624}"/>
          </ac:spMkLst>
        </pc:spChg>
      </pc:sldChg>
      <pc:sldChg chg="new del">
        <pc:chgData name="Sakshi Chavhan" userId="9edfd9887df9be9a" providerId="LiveId" clId="{3809B9D4-3579-498F-A391-07301EF61CBF}" dt="2026-07-01T08:49:05.227" v="459" actId="680"/>
        <pc:sldMkLst>
          <pc:docMk/>
          <pc:sldMk cId="62198493" sldId="276"/>
        </pc:sldMkLst>
      </pc:sldChg>
      <pc:sldChg chg="modSp new del mod">
        <pc:chgData name="Sakshi Chavhan" userId="9edfd9887df9be9a" providerId="LiveId" clId="{3809B9D4-3579-498F-A391-07301EF61CBF}" dt="2026-07-01T08:49:48.767" v="476" actId="680"/>
        <pc:sldMkLst>
          <pc:docMk/>
          <pc:sldMk cId="374041785" sldId="276"/>
        </pc:sldMkLst>
        <pc:spChg chg="mod">
          <ac:chgData name="Sakshi Chavhan" userId="9edfd9887df9be9a" providerId="LiveId" clId="{3809B9D4-3579-498F-A391-07301EF61CBF}" dt="2026-07-01T08:49:47.935" v="475" actId="20577"/>
          <ac:spMkLst>
            <pc:docMk/>
            <pc:sldMk cId="374041785" sldId="276"/>
            <ac:spMk id="2" creationId="{8E021323-BF26-BB44-DCE7-1104330FA930}"/>
          </ac:spMkLst>
        </pc:spChg>
      </pc:sldChg>
      <pc:sldChg chg="addSp delSp modSp new mod modClrScheme chgLayout">
        <pc:chgData name="Sakshi Chavhan" userId="9edfd9887df9be9a" providerId="LiveId" clId="{3809B9D4-3579-498F-A391-07301EF61CBF}" dt="2026-07-01T12:25:20.613" v="933" actId="20577"/>
        <pc:sldMkLst>
          <pc:docMk/>
          <pc:sldMk cId="3603087494" sldId="276"/>
        </pc:sldMkLst>
        <pc:spChg chg="add del mod">
          <ac:chgData name="Sakshi Chavhan" userId="9edfd9887df9be9a" providerId="LiveId" clId="{3809B9D4-3579-498F-A391-07301EF61CBF}" dt="2026-07-01T08:50:07.542" v="479" actId="700"/>
          <ac:spMkLst>
            <pc:docMk/>
            <pc:sldMk cId="3603087494" sldId="276"/>
            <ac:spMk id="2" creationId="{67436234-4FFD-E006-F9F9-0D73D7F84780}"/>
          </ac:spMkLst>
        </pc:spChg>
        <pc:spChg chg="add del mod">
          <ac:chgData name="Sakshi Chavhan" userId="9edfd9887df9be9a" providerId="LiveId" clId="{3809B9D4-3579-498F-A391-07301EF61CBF}" dt="2026-07-01T08:50:07.542" v="479" actId="700"/>
          <ac:spMkLst>
            <pc:docMk/>
            <pc:sldMk cId="3603087494" sldId="276"/>
            <ac:spMk id="3" creationId="{46936F74-1BF8-1C8C-4053-E1FF2A5F62AA}"/>
          </ac:spMkLst>
        </pc:spChg>
        <pc:spChg chg="add del mod">
          <ac:chgData name="Sakshi Chavhan" userId="9edfd9887df9be9a" providerId="LiveId" clId="{3809B9D4-3579-498F-A391-07301EF61CBF}" dt="2026-07-01T08:51:07.756" v="504" actId="700"/>
          <ac:spMkLst>
            <pc:docMk/>
            <pc:sldMk cId="3603087494" sldId="276"/>
            <ac:spMk id="4" creationId="{150BE11B-5B76-8822-5EC1-1FC626CE3A60}"/>
          </ac:spMkLst>
        </pc:spChg>
        <pc:spChg chg="add mod">
          <ac:chgData name="Sakshi Chavhan" userId="9edfd9887df9be9a" providerId="LiveId" clId="{3809B9D4-3579-498F-A391-07301EF61CBF}" dt="2026-07-01T09:07:05.125" v="687" actId="1076"/>
          <ac:spMkLst>
            <pc:docMk/>
            <pc:sldMk cId="3603087494" sldId="276"/>
            <ac:spMk id="5" creationId="{1FE4EBFC-5B67-1CC0-B1C8-699F5830C865}"/>
          </ac:spMkLst>
        </pc:spChg>
        <pc:spChg chg="add del mod">
          <ac:chgData name="Sakshi Chavhan" userId="9edfd9887df9be9a" providerId="LiveId" clId="{3809B9D4-3579-498F-A391-07301EF61CBF}" dt="2026-07-01T12:21:51.874" v="873" actId="478"/>
          <ac:spMkLst>
            <pc:docMk/>
            <pc:sldMk cId="3603087494" sldId="276"/>
            <ac:spMk id="8" creationId="{698B8F59-9000-EA83-86D4-A2267B0BA135}"/>
          </ac:spMkLst>
        </pc:spChg>
        <pc:spChg chg="add del mod">
          <ac:chgData name="Sakshi Chavhan" userId="9edfd9887df9be9a" providerId="LiveId" clId="{3809B9D4-3579-498F-A391-07301EF61CBF}" dt="2026-07-01T09:09:48.757" v="736" actId="478"/>
          <ac:spMkLst>
            <pc:docMk/>
            <pc:sldMk cId="3603087494" sldId="276"/>
            <ac:spMk id="10" creationId="{8CD95041-2D13-E22A-0E71-E1ABB34FC231}"/>
          </ac:spMkLst>
        </pc:spChg>
        <pc:spChg chg="add del mod">
          <ac:chgData name="Sakshi Chavhan" userId="9edfd9887df9be9a" providerId="LiveId" clId="{3809B9D4-3579-498F-A391-07301EF61CBF}" dt="2026-07-01T09:10:09.433" v="742"/>
          <ac:spMkLst>
            <pc:docMk/>
            <pc:sldMk cId="3603087494" sldId="276"/>
            <ac:spMk id="12" creationId="{332A01A3-93F8-E40A-9455-1BDFA56D5ACE}"/>
          </ac:spMkLst>
        </pc:spChg>
        <pc:spChg chg="add del mod">
          <ac:chgData name="Sakshi Chavhan" userId="9edfd9887df9be9a" providerId="LiveId" clId="{3809B9D4-3579-498F-A391-07301EF61CBF}" dt="2026-07-01T12:21:59.934" v="874" actId="478"/>
          <ac:spMkLst>
            <pc:docMk/>
            <pc:sldMk cId="3603087494" sldId="276"/>
            <ac:spMk id="14" creationId="{FF59F711-2358-BE9C-3D49-F0C76CED1DF8}"/>
          </ac:spMkLst>
        </pc:spChg>
        <pc:graphicFrameChg chg="add mod modGraphic">
          <ac:chgData name="Sakshi Chavhan" userId="9edfd9887df9be9a" providerId="LiveId" clId="{3809B9D4-3579-498F-A391-07301EF61CBF}" dt="2026-07-01T12:25:20.613" v="933" actId="20577"/>
          <ac:graphicFrameMkLst>
            <pc:docMk/>
            <pc:sldMk cId="3603087494" sldId="276"/>
            <ac:graphicFrameMk id="6" creationId="{1F6B3510-1303-C961-E64A-FB7E5B28F930}"/>
          </ac:graphicFrameMkLst>
        </pc:graphicFrameChg>
      </pc:sldChg>
      <pc:sldChg chg="addSp delSp modSp new mod">
        <pc:chgData name="Sakshi Chavhan" userId="9edfd9887df9be9a" providerId="LiveId" clId="{3809B9D4-3579-498F-A391-07301EF61CBF}" dt="2026-07-01T12:28:43.976" v="998" actId="20577"/>
        <pc:sldMkLst>
          <pc:docMk/>
          <pc:sldMk cId="3335705145" sldId="277"/>
        </pc:sldMkLst>
        <pc:spChg chg="add mod">
          <ac:chgData name="Sakshi Chavhan" userId="9edfd9887df9be9a" providerId="LiveId" clId="{3809B9D4-3579-498F-A391-07301EF61CBF}" dt="2026-07-01T09:44:54.960" v="764" actId="108"/>
          <ac:spMkLst>
            <pc:docMk/>
            <pc:sldMk cId="3335705145" sldId="277"/>
            <ac:spMk id="3" creationId="{3EC2357C-C698-B4AE-3630-6D61B07A7C3D}"/>
          </ac:spMkLst>
        </pc:spChg>
        <pc:spChg chg="add del">
          <ac:chgData name="Sakshi Chavhan" userId="9edfd9887df9be9a" providerId="LiveId" clId="{3809B9D4-3579-498F-A391-07301EF61CBF}" dt="2026-07-01T09:46:04.981" v="766" actId="22"/>
          <ac:spMkLst>
            <pc:docMk/>
            <pc:sldMk cId="3335705145" sldId="277"/>
            <ac:spMk id="5" creationId="{09DDA42D-FB6A-DB0E-A41F-CC35D1DE8BCD}"/>
          </ac:spMkLst>
        </pc:spChg>
        <pc:graphicFrameChg chg="add mod modGraphic">
          <ac:chgData name="Sakshi Chavhan" userId="9edfd9887df9be9a" providerId="LiveId" clId="{3809B9D4-3579-498F-A391-07301EF61CBF}" dt="2026-07-01T12:28:43.976" v="998" actId="20577"/>
          <ac:graphicFrameMkLst>
            <pc:docMk/>
            <pc:sldMk cId="3335705145" sldId="277"/>
            <ac:graphicFrameMk id="6" creationId="{7349F8D0-62A9-C558-0B7C-8D41D60C9DB1}"/>
          </ac:graphicFrameMkLst>
        </pc:graphicFrameChg>
      </pc:sldChg>
      <pc:sldChg chg="modSp new mod">
        <pc:chgData name="Sakshi Chavhan" userId="9edfd9887df9be9a" providerId="LiveId" clId="{3809B9D4-3579-498F-A391-07301EF61CBF}" dt="2026-07-01T09:50:09.764" v="834" actId="1076"/>
        <pc:sldMkLst>
          <pc:docMk/>
          <pc:sldMk cId="2810441828" sldId="278"/>
        </pc:sldMkLst>
        <pc:spChg chg="mod">
          <ac:chgData name="Sakshi Chavhan" userId="9edfd9887df9be9a" providerId="LiveId" clId="{3809B9D4-3579-498F-A391-07301EF61CBF}" dt="2026-07-01T09:50:09.764" v="834" actId="1076"/>
          <ac:spMkLst>
            <pc:docMk/>
            <pc:sldMk cId="2810441828" sldId="278"/>
            <ac:spMk id="2" creationId="{A55096EB-6FD5-E2DD-06B1-C02957ED4858}"/>
          </ac:spMkLst>
        </pc:spChg>
        <pc:spChg chg="mod">
          <ac:chgData name="Sakshi Chavhan" userId="9edfd9887df9be9a" providerId="LiveId" clId="{3809B9D4-3579-498F-A391-07301EF61CBF}" dt="2026-07-01T09:49:59.616" v="833" actId="1076"/>
          <ac:spMkLst>
            <pc:docMk/>
            <pc:sldMk cId="2810441828" sldId="278"/>
            <ac:spMk id="3" creationId="{AEF2F743-F529-F635-752E-A51813CFAC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63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66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81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0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42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0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4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95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50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6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61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3B32-2E13-ED91-834F-E8A7DE0AE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072" y="1358720"/>
            <a:ext cx="9855855" cy="2810158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File </a:t>
            </a:r>
            <a:r>
              <a:rPr lang="en-US" sz="7200"/>
              <a:t>system Automation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E45AB-5FE2-B897-13A7-5EBFBE198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3186" y="4603105"/>
            <a:ext cx="10058400" cy="1227424"/>
          </a:xfrm>
        </p:spPr>
        <p:txBody>
          <a:bodyPr>
            <a:normAutofit/>
          </a:bodyPr>
          <a:lstStyle/>
          <a:p>
            <a:r>
              <a:rPr lang="en-US" sz="3600" dirty="0"/>
              <a:t>Team Genesis</a:t>
            </a:r>
          </a:p>
        </p:txBody>
      </p:sp>
    </p:spTree>
    <p:extLst>
      <p:ext uri="{BB962C8B-B14F-4D97-AF65-F5344CB8AC3E}">
        <p14:creationId xmlns:p14="http://schemas.microsoft.com/office/powerpoint/2010/main" val="239099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038FE-436B-BC7E-AB2C-CE51EC51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E922-4BE2-892D-6F79-F1817055E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Automate file organization and management to reduce manual effort.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 Improve file accessibility through efficient search and classification.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 Enhance data security and reliability with backup and protection mechanisms.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 Optimize storage utilization by detecting duplicate files and </a:t>
            </a:r>
            <a:r>
              <a:rPr lang="en-IN" sz="2400" dirty="0" err="1"/>
              <a:t>analyzing</a:t>
            </a:r>
            <a:r>
              <a:rPr lang="en-IN" sz="2400" dirty="0"/>
              <a:t> file sizes.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Provide smart reporting and monitoring features to improve overall file management efficiency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864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BDF2-1807-C2EF-CB89-6C50D2F7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F692F-BFCD-A1D0-7F12-595F87104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107" y="1809854"/>
            <a:ext cx="10058400" cy="476154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100" b="1" dirty="0"/>
              <a:t>Scrum Master</a:t>
            </a:r>
          </a:p>
          <a:p>
            <a:pPr marL="292608" lvl="1" indent="0" algn="just">
              <a:buNone/>
            </a:pPr>
            <a:r>
              <a:rPr lang="en-US" sz="3100" dirty="0"/>
              <a:t>Sakshi Chavhan</a:t>
            </a:r>
          </a:p>
          <a:p>
            <a:pPr marL="292608" lvl="1" indent="0" algn="just">
              <a:buNone/>
            </a:pPr>
            <a:endParaRPr lang="en-US" sz="31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100" b="1" dirty="0"/>
              <a:t>Developers</a:t>
            </a:r>
          </a:p>
          <a:p>
            <a:pPr marL="292608" lvl="1" indent="0" algn="just">
              <a:buNone/>
            </a:pPr>
            <a:r>
              <a:rPr lang="en-US" sz="3100" dirty="0"/>
              <a:t>Nirali Patil</a:t>
            </a:r>
          </a:p>
          <a:p>
            <a:pPr marL="292608" lvl="1" indent="0" algn="just">
              <a:buNone/>
            </a:pPr>
            <a:r>
              <a:rPr lang="en-US" sz="3100" dirty="0"/>
              <a:t>Mansi More</a:t>
            </a:r>
          </a:p>
          <a:p>
            <a:pPr marL="292608" lvl="1" indent="0" algn="just">
              <a:buNone/>
            </a:pPr>
            <a:r>
              <a:rPr lang="en-US" sz="3100" dirty="0"/>
              <a:t>Mohini </a:t>
            </a:r>
            <a:r>
              <a:rPr lang="en-US" sz="3100" dirty="0" err="1"/>
              <a:t>Bhople</a:t>
            </a:r>
            <a:endParaRPr lang="en-US" sz="3100" dirty="0"/>
          </a:p>
          <a:p>
            <a:pPr marL="292608" lvl="1" indent="0" algn="just">
              <a:buNone/>
            </a:pPr>
            <a:r>
              <a:rPr lang="en-US" sz="3100" dirty="0"/>
              <a:t>Gayatri </a:t>
            </a:r>
            <a:r>
              <a:rPr lang="en-US" sz="3100" dirty="0" err="1"/>
              <a:t>Savkare</a:t>
            </a:r>
            <a:endParaRPr lang="en-US" sz="3100" dirty="0"/>
          </a:p>
          <a:p>
            <a:pPr marL="292608" lvl="1" indent="0" algn="just">
              <a:buNone/>
            </a:pPr>
            <a:endParaRPr lang="en-US" sz="31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100" b="1" dirty="0"/>
              <a:t>Testers</a:t>
            </a:r>
          </a:p>
          <a:p>
            <a:pPr marL="292608" lvl="1" indent="0" algn="just">
              <a:buNone/>
            </a:pPr>
            <a:r>
              <a:rPr lang="en-US" sz="3100" b="1" dirty="0"/>
              <a:t> </a:t>
            </a:r>
            <a:r>
              <a:rPr lang="en-US" sz="3100" dirty="0"/>
              <a:t>Shravani Patil</a:t>
            </a:r>
          </a:p>
          <a:p>
            <a:pPr marL="292608" lvl="1" indent="0" algn="just">
              <a:buNone/>
            </a:pPr>
            <a:r>
              <a:rPr lang="en-US" sz="3100" b="1" dirty="0"/>
              <a:t> </a:t>
            </a:r>
            <a:r>
              <a:rPr lang="en-US" sz="3100" dirty="0"/>
              <a:t>Vaishnavi  </a:t>
            </a:r>
            <a:r>
              <a:rPr lang="en-US" sz="3100" dirty="0" err="1"/>
              <a:t>Gawali</a:t>
            </a:r>
            <a:endParaRPr lang="en-US" sz="3100" dirty="0"/>
          </a:p>
          <a:p>
            <a:pPr marL="292608" lvl="1" indent="0" algn="just">
              <a:buNone/>
            </a:pPr>
            <a:r>
              <a:rPr lang="en-US" sz="3100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0910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EB6C-3107-5C31-3B9C-BC7F5227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723C-E0C1-1E13-E6DC-00CAD96A9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Automatic File Classification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File Naming Rule Validation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File Sorting and Viewing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Automatic Backup System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Duplicate File Management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Recycle Bin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02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6D1B-B933-4414-BC25-42EEE8BC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Smart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E334-3772-CE25-C4A5-FD1894E28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File Activity History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File Size Analyzer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File Password Protection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Favorite Files Management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600" dirty="0"/>
              <a:t>Duplicate File Suggestion Before Saving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Smart File Search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QR Code For File Sharing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Weekly Health Report</a:t>
            </a:r>
          </a:p>
        </p:txBody>
      </p:sp>
    </p:spTree>
    <p:extLst>
      <p:ext uri="{BB962C8B-B14F-4D97-AF65-F5344CB8AC3E}">
        <p14:creationId xmlns:p14="http://schemas.microsoft.com/office/powerpoint/2010/main" val="3697674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8C9D-691E-2AB2-DB4F-6E6803A3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Automatic File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55DE-0312-6415-FBA6-9D341FA01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Read files from the selected folder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Check the file extension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Move the file to the correct folder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Include create ,delete and rename function</a:t>
            </a:r>
          </a:p>
          <a:p>
            <a:r>
              <a:rPr lang="en-US" sz="2400" dirty="0"/>
              <a:t> </a:t>
            </a:r>
            <a:r>
              <a:rPr lang="en-US" sz="2400" b="1" dirty="0"/>
              <a:t>What the user sees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Files are automatically moved into the correct folders.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 success message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4003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A1C2-C94C-4D2D-4B46-7AEB8CA5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File Naming Rule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9E99-C368-C987-36F8-FC1971216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Check whether the filename is valid.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Show an error for invalid names.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Suggest a correct filename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If the filename is invalid, a warning message appears with a suggested filename.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9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67D-B90F-E6D4-AC41-CA486341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Sorting and Viewing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F82F8-0E07-F619-93AF-487EC7DAE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Read all files from the folder.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Sort files by Name, Size, Type, or Date.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Show the sorted files on the screen.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The file list is displayed in the selected order.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5500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C5BC-87D2-E47F-31E7-06A8B369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Automatic Backup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DF57-5EF0-BD59-886A-868D13DAF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Select source and backup folders.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Copy files to the backup folder.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Save backup status in a log file.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 confirmation message after backup completes.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2995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FF418-677A-3263-F61E-3CCA5329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Duplicate File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E496-47DB-2D32-9EE7-EFCF3CAFB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Scan all files.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Find duplicate files.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Delete duplicate files after user confirmation.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 list of duplicate files.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657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C1DB-C339-D56D-A42D-312F7E69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Recycle Bin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BF3D4-DD6E-F1E5-BBF3-0D848B3AE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Move deleted files to the recycle bin.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Restore deleted files.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Permanently delete old files.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Deleted files appear in the application's recycle bin.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839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3D6A-BA65-CA28-827A-74E5B541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Activity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684F5-E0C0-0454-1135-99890E009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Detect file activities (Create, Rename, Move, Delete, Restore).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Save activity details in CSV.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Show activity history to the user.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 history of all file activities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55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A371-6141-4670-777D-F625D1C69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Size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FBE2-7290-E9F7-049F-369E097D2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Calculate the size of files 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Find the largest files 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Show storage usage summary.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Storage statistics are displayed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542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9028-68F4-07BC-4521-004A4A5B0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Password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9A193-8E4C-C7CD-2265-19B534FC2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Add password protection to a file.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Ask for a password before opening the file.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Allow changing or removing the password.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The file asks for a password before opening.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484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03A8-06C5-7583-258E-1FA10E57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Favorite Files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C143-86BA-09BE-2ACB-80E6B2616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Add a file to Favorites.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Remove a file from Favorites.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Show all favorite files.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Favorite files appear in a Separate Folder.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22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07A7-8E05-0D0F-5D26-40EE9DAB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Duplicate File Suggestion Before Saving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3224E-BDBB-6847-8659-B47CBEEF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Check if the file already exists.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Show a duplicate warning.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Let the user Rename, Overwrite, or Cancel.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 warning appears before saving a duplicate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219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46E6-DCD9-F53C-055A-03B2E2F7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Smart File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EA64E-9D9E-CF97-C373-C666B8510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Take search input from the user.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Search files using filters.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Display the matching files. </a:t>
            </a:r>
          </a:p>
          <a:p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Matching files are displayed instantly.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732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58BD-5DB7-07CA-4385-5F2AC6ED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QR Code File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926EB-EF36-42AF-1E73-6C0EF78A2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Create a share link for the file.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Generate a QR code.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Allow another device to download the file using the QR code. </a:t>
            </a:r>
          </a:p>
          <a:p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 QR code appears that another device can scan.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712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1767-1269-D792-3E46-E8F573AE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Weekly Health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99F5-1B00-3B2D-D1F9-CDE4F6326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Collect weekly file information.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Generate a PDF or CSV report.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Display the report summary. </a:t>
            </a:r>
          </a:p>
          <a:p>
            <a:endParaRPr lang="en-US" sz="2400" dirty="0"/>
          </a:p>
          <a:p>
            <a:r>
              <a:rPr lang="en-US" sz="2400" b="1" dirty="0"/>
              <a:t>What the user sees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 report showing weekly file activity.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01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E4EBFC-5B67-1CC0-B1C8-699F5830C865}"/>
              </a:ext>
            </a:extLst>
          </p:cNvPr>
          <p:cNvSpPr txBox="1"/>
          <p:nvPr/>
        </p:nvSpPr>
        <p:spPr>
          <a:xfrm>
            <a:off x="353962" y="108155"/>
            <a:ext cx="7649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Developers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6B3510-1303-C961-E64A-FB7E5B28F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596731"/>
              </p:ext>
            </p:extLst>
          </p:nvPr>
        </p:nvGraphicFramePr>
        <p:xfrm>
          <a:off x="471949" y="884904"/>
          <a:ext cx="11080956" cy="5029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762865">
                  <a:extLst>
                    <a:ext uri="{9D8B030D-6E8A-4147-A177-3AD203B41FA5}">
                      <a16:colId xmlns:a16="http://schemas.microsoft.com/office/drawing/2014/main" val="1830829376"/>
                    </a:ext>
                  </a:extLst>
                </a:gridCol>
                <a:gridCol w="2772697">
                  <a:extLst>
                    <a:ext uri="{9D8B030D-6E8A-4147-A177-3AD203B41FA5}">
                      <a16:colId xmlns:a16="http://schemas.microsoft.com/office/drawing/2014/main" val="3218848824"/>
                    </a:ext>
                  </a:extLst>
                </a:gridCol>
                <a:gridCol w="2772697">
                  <a:extLst>
                    <a:ext uri="{9D8B030D-6E8A-4147-A177-3AD203B41FA5}">
                      <a16:colId xmlns:a16="http://schemas.microsoft.com/office/drawing/2014/main" val="3796664086"/>
                    </a:ext>
                  </a:extLst>
                </a:gridCol>
                <a:gridCol w="2772697">
                  <a:extLst>
                    <a:ext uri="{9D8B030D-6E8A-4147-A177-3AD203B41FA5}">
                      <a16:colId xmlns:a16="http://schemas.microsoft.com/office/drawing/2014/main" val="2801305057"/>
                    </a:ext>
                  </a:extLst>
                </a:gridCol>
              </a:tblGrid>
              <a:tr h="968969">
                <a:tc>
                  <a:txBody>
                    <a:bodyPr/>
                    <a:lstStyle/>
                    <a:p>
                      <a:pPr algn="ctr"/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Mansi</a:t>
                      </a:r>
                    </a:p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(6hr)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Automatic Backup System</a:t>
                      </a:r>
                    </a:p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Smart File Search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Weekly Health Report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24043"/>
                  </a:ext>
                </a:extLst>
              </a:tr>
              <a:tr h="968969">
                <a:tc>
                  <a:txBody>
                    <a:bodyPr/>
                    <a:lstStyle/>
                    <a:p>
                      <a:pPr algn="ctr"/>
                      <a:endParaRPr lang="en-US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Nirali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(6hr)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Automatic File Classification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File Password Protection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File Naming Rule Validation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575532"/>
                  </a:ext>
                </a:extLst>
              </a:tr>
              <a:tr h="968969">
                <a:tc>
                  <a:txBody>
                    <a:bodyPr/>
                    <a:lstStyle/>
                    <a:p>
                      <a:pPr algn="ctr"/>
                      <a:endParaRPr lang="en-US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Mohini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(6hr)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Duplicate File Management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File Sorting and Viewing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Duplicate File Suggestion Before Saving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340632"/>
                  </a:ext>
                </a:extLst>
              </a:tr>
              <a:tr h="968969">
                <a:tc>
                  <a:txBody>
                    <a:bodyPr/>
                    <a:lstStyle/>
                    <a:p>
                      <a:pPr algn="ctr"/>
                      <a:endParaRPr lang="en-US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Gayatri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(6hr)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File Activity History</a:t>
                      </a:r>
                    </a:p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Recycle Bin Management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File Size Analyzer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  <a:p>
                      <a:pPr algn="ctr"/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58456"/>
                  </a:ext>
                </a:extLst>
              </a:tr>
              <a:tr h="968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Sakshi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(6hr)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QR Code File Sharing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Favorite Files Management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596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087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C2357C-C698-B4AE-3630-6D61B07A7C3D}"/>
              </a:ext>
            </a:extLst>
          </p:cNvPr>
          <p:cNvSpPr txBox="1"/>
          <p:nvPr/>
        </p:nvSpPr>
        <p:spPr>
          <a:xfrm>
            <a:off x="265470" y="169296"/>
            <a:ext cx="63811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Testers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49F8D0-62A9-C558-0B7C-8D41D60C9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934324"/>
              </p:ext>
            </p:extLst>
          </p:nvPr>
        </p:nvGraphicFramePr>
        <p:xfrm>
          <a:off x="1543665" y="990598"/>
          <a:ext cx="8327922" cy="487680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6565">
                  <a:extLst>
                    <a:ext uri="{9D8B030D-6E8A-4147-A177-3AD203B41FA5}">
                      <a16:colId xmlns:a16="http://schemas.microsoft.com/office/drawing/2014/main" val="3683992252"/>
                    </a:ext>
                  </a:extLst>
                </a:gridCol>
                <a:gridCol w="4171357">
                  <a:extLst>
                    <a:ext uri="{9D8B030D-6E8A-4147-A177-3AD203B41FA5}">
                      <a16:colId xmlns:a16="http://schemas.microsoft.com/office/drawing/2014/main" val="1889717249"/>
                    </a:ext>
                  </a:extLst>
                </a:gridCol>
              </a:tblGrid>
              <a:tr h="599769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Effort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80955"/>
                  </a:ext>
                </a:extLst>
              </a:tr>
              <a:tr h="1425678">
                <a:tc>
                  <a:txBody>
                    <a:bodyPr/>
                    <a:lstStyle/>
                    <a:p>
                      <a:pPr algn="ctr"/>
                      <a:endParaRPr lang="en-US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Vashnavi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2hr</a:t>
                      </a:r>
                    </a:p>
                    <a:p>
                      <a:pPr algn="ctr"/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233751"/>
                  </a:ext>
                </a:extLst>
              </a:tr>
              <a:tr h="1425678">
                <a:tc>
                  <a:txBody>
                    <a:bodyPr/>
                    <a:lstStyle/>
                    <a:p>
                      <a:pPr algn="ctr"/>
                      <a:endParaRPr lang="en-US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Shravani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2hr</a:t>
                      </a:r>
                    </a:p>
                    <a:p>
                      <a:pPr algn="ctr"/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58212"/>
                  </a:ext>
                </a:extLst>
              </a:tr>
              <a:tr h="1425678">
                <a:tc>
                  <a:txBody>
                    <a:bodyPr/>
                    <a:lstStyle/>
                    <a:p>
                      <a:pPr algn="ctr"/>
                      <a:endParaRPr lang="en-US" sz="20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Nirali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2hr</a:t>
                      </a:r>
                      <a:endParaRPr lang="en-US" sz="2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42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705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96EB-6FD5-E2DD-06B1-C02957ED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7327"/>
            <a:ext cx="10058400" cy="3566160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2F743-F529-F635-752E-A51813CFA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777593"/>
            <a:ext cx="10058400" cy="1143000"/>
          </a:xfrm>
        </p:spPr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104418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153</TotalTime>
  <Words>778</Words>
  <Application>Microsoft Office PowerPoint</Application>
  <PresentationFormat>Widescreen</PresentationFormat>
  <Paragraphs>224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Calibri Light</vt:lpstr>
      <vt:lpstr>Wingdings</vt:lpstr>
      <vt:lpstr>Retrospect</vt:lpstr>
      <vt:lpstr>File system Automation</vt:lpstr>
      <vt:lpstr>Project objective</vt:lpstr>
      <vt:lpstr>Roles</vt:lpstr>
      <vt:lpstr>Features</vt:lpstr>
      <vt:lpstr>Additional Smart Features</vt:lpstr>
      <vt:lpstr>Automatic File Classification</vt:lpstr>
      <vt:lpstr>File Naming Rule Validation</vt:lpstr>
      <vt:lpstr>File Sorting and Viewing</vt:lpstr>
      <vt:lpstr>Automatic Backup System</vt:lpstr>
      <vt:lpstr>Duplicate File Management</vt:lpstr>
      <vt:lpstr>Recycle Bin Management</vt:lpstr>
      <vt:lpstr>File Activity History</vt:lpstr>
      <vt:lpstr>File Size Analyzer</vt:lpstr>
      <vt:lpstr>File Password Protection</vt:lpstr>
      <vt:lpstr>Favorite Files Management</vt:lpstr>
      <vt:lpstr>Duplicate File Suggestion Before Saving</vt:lpstr>
      <vt:lpstr>Smart File Search</vt:lpstr>
      <vt:lpstr>QR Code File Sharing</vt:lpstr>
      <vt:lpstr>Weekly Health Report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Chavhan</dc:creator>
  <cp:lastModifiedBy>Sakshi Chavhan</cp:lastModifiedBy>
  <cp:revision>1</cp:revision>
  <dcterms:created xsi:type="dcterms:W3CDTF">2026-07-01T06:29:46Z</dcterms:created>
  <dcterms:modified xsi:type="dcterms:W3CDTF">2026-07-02T06:18:53Z</dcterms:modified>
</cp:coreProperties>
</file>