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0C2F6D-1B96-48CF-961A-DA09B6E5629D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21C862-7ABA-43EF-80AD-E3BF029DC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731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2557D-D903-4E63-8F22-E2E77B903BD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92E7-0911-4583-8E6A-3B0AC778237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151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2557D-D903-4E63-8F22-E2E77B903BD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92E7-0911-4583-8E6A-3B0AC77823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58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2557D-D903-4E63-8F22-E2E77B903BD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92E7-0911-4583-8E6A-3B0AC778237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524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2557D-D903-4E63-8F22-E2E77B903BD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92E7-0911-4583-8E6A-3B0AC77823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535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2557D-D903-4E63-8F22-E2E77B903BD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92E7-0911-4583-8E6A-3B0AC77823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91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2557D-D903-4E63-8F22-E2E77B903BD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92E7-0911-4583-8E6A-3B0AC77823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981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2557D-D903-4E63-8F22-E2E77B903BD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92E7-0911-4583-8E6A-3B0AC77823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73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582557D-D903-4E63-8F22-E2E77B903BD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BC92E7-0911-4583-8E6A-3B0AC77823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78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2557D-D903-4E63-8F22-E2E77B903BD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92E7-0911-4583-8E6A-3B0AC77823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51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2557D-D903-4E63-8F22-E2E77B903BD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92E7-0911-4583-8E6A-3B0AC77823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842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2557D-D903-4E63-8F22-E2E77B903BD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92E7-0911-4583-8E6A-3B0AC77823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625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2557D-D903-4E63-8F22-E2E77B903BD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EBC92E7-0911-4583-8E6A-3B0AC7782371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40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3F5D-96BB-4D0C-9AD4-AC5F297947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Project Name: Automatic Task Schedular</a:t>
            </a:r>
            <a:br>
              <a:rPr lang="en-US" b="0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51CEF-07B2-4703-868B-E54B109766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chemeClr val="tx1"/>
                </a:solidFill>
              </a:rPr>
              <a:t>Team Name : Guardians</a:t>
            </a:r>
          </a:p>
        </p:txBody>
      </p:sp>
    </p:spTree>
    <p:extLst>
      <p:ext uri="{BB962C8B-B14F-4D97-AF65-F5344CB8AC3E}">
        <p14:creationId xmlns:p14="http://schemas.microsoft.com/office/powerpoint/2010/main" val="1862955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1B2DF-1781-40DC-91AD-585DDFAB8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948680"/>
            <a:ext cx="8534400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A5D2C93-1D63-42C3-A269-8BBF4C47D2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0176881"/>
              </p:ext>
            </p:extLst>
          </p:nvPr>
        </p:nvGraphicFramePr>
        <p:xfrm>
          <a:off x="2464904" y="549593"/>
          <a:ext cx="7172078" cy="4691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6039">
                  <a:extLst>
                    <a:ext uri="{9D8B030D-6E8A-4147-A177-3AD203B41FA5}">
                      <a16:colId xmlns:a16="http://schemas.microsoft.com/office/drawing/2014/main" val="1380838230"/>
                    </a:ext>
                  </a:extLst>
                </a:gridCol>
                <a:gridCol w="3586039">
                  <a:extLst>
                    <a:ext uri="{9D8B030D-6E8A-4147-A177-3AD203B41FA5}">
                      <a16:colId xmlns:a16="http://schemas.microsoft.com/office/drawing/2014/main" val="1865274961"/>
                    </a:ext>
                  </a:extLst>
                </a:gridCol>
              </a:tblGrid>
              <a:tr h="586409"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028768"/>
                  </a:ext>
                </a:extLst>
              </a:tr>
              <a:tr h="586409">
                <a:tc>
                  <a:txBody>
                    <a:bodyPr/>
                    <a:lstStyle/>
                    <a:p>
                      <a:r>
                        <a:rPr lang="en-IN" dirty="0"/>
                        <a:t>Adityasingh Gahelwar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Scrum Master, Planner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644222"/>
                  </a:ext>
                </a:extLst>
              </a:tr>
              <a:tr h="586409">
                <a:tc>
                  <a:txBody>
                    <a:bodyPr/>
                    <a:lstStyle/>
                    <a:p>
                      <a:r>
                        <a:rPr lang="en-IN" dirty="0"/>
                        <a:t>Darshan Vyas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357824"/>
                  </a:ext>
                </a:extLst>
              </a:tr>
              <a:tr h="586409">
                <a:tc>
                  <a:txBody>
                    <a:bodyPr/>
                    <a:lstStyle/>
                    <a:p>
                      <a:r>
                        <a:rPr lang="en-IN" dirty="0"/>
                        <a:t>Pratima Kadam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266439"/>
                  </a:ext>
                </a:extLst>
              </a:tr>
              <a:tr h="586409">
                <a:tc>
                  <a:txBody>
                    <a:bodyPr/>
                    <a:lstStyle/>
                    <a:p>
                      <a:r>
                        <a:rPr lang="en-IN" dirty="0" err="1"/>
                        <a:t>Maharudra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Bharane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Developer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380388"/>
                  </a:ext>
                </a:extLst>
              </a:tr>
              <a:tr h="586409">
                <a:tc>
                  <a:txBody>
                    <a:bodyPr/>
                    <a:lstStyle/>
                    <a:p>
                      <a:r>
                        <a:rPr lang="en-IN" dirty="0" err="1"/>
                        <a:t>Sonal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Ladhe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Developer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925086"/>
                  </a:ext>
                </a:extLst>
              </a:tr>
              <a:tr h="586409">
                <a:tc>
                  <a:txBody>
                    <a:bodyPr/>
                    <a:lstStyle/>
                    <a:p>
                      <a:r>
                        <a:rPr lang="en-IN" dirty="0"/>
                        <a:t>Pushpa </a:t>
                      </a:r>
                      <a:r>
                        <a:rPr lang="en-IN" dirty="0" err="1"/>
                        <a:t>Ghule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Developer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168469"/>
                  </a:ext>
                </a:extLst>
              </a:tr>
              <a:tr h="586409">
                <a:tc>
                  <a:txBody>
                    <a:bodyPr/>
                    <a:lstStyle/>
                    <a:p>
                      <a:r>
                        <a:rPr lang="en-IN" dirty="0"/>
                        <a:t>Mansi </a:t>
                      </a:r>
                      <a:r>
                        <a:rPr lang="en-IN" dirty="0" err="1"/>
                        <a:t>Surve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Developer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782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7095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FF94C6-6B24-4EC1-B9EB-F912C053C241}"/>
              </a:ext>
            </a:extLst>
          </p:cNvPr>
          <p:cNvSpPr txBox="1"/>
          <p:nvPr/>
        </p:nvSpPr>
        <p:spPr>
          <a:xfrm>
            <a:off x="429370" y="633885"/>
            <a:ext cx="11251096" cy="50167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571500" indent="-571500" algn="ctr">
              <a:buFont typeface="Wingdings" panose="05000000000000000000" pitchFamily="2" charset="2"/>
              <a:buChar char="v"/>
            </a:pPr>
            <a:r>
              <a:rPr lang="en-IN" sz="3600" dirty="0"/>
              <a:t>Project Objectives</a:t>
            </a:r>
          </a:p>
          <a:p>
            <a:pPr algn="ctr"/>
            <a:endParaRPr lang="en-IN" sz="3200" dirty="0"/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800" dirty="0"/>
              <a:t>To automate reminders and execution of scheduled tasks.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800" dirty="0"/>
              <a:t>To reduce manual tracking and missed deadlines.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800" dirty="0"/>
              <a:t>To let users organize tasks using categories/tags and priority.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800" dirty="0"/>
              <a:t>To notify users through email and pop-up alerts.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800" dirty="0"/>
              <a:t>To store task and user data securely using a relational MySQL database.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800" dirty="0"/>
              <a:t>To provide a visual dashboard and calendar of task activity.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800" dirty="0"/>
              <a:t>To validate user input to keep task data accurate.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800" dirty="0"/>
              <a:t>To build a simple, distraction-free scheduling system.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19114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77B0A8-D87C-4F53-90AE-89DE1367E508}"/>
              </a:ext>
            </a:extLst>
          </p:cNvPr>
          <p:cNvSpPr txBox="1"/>
          <p:nvPr/>
        </p:nvSpPr>
        <p:spPr>
          <a:xfrm>
            <a:off x="293152" y="252628"/>
            <a:ext cx="11410122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b="0" dirty="0"/>
              <a:t>User requirements :</a:t>
            </a:r>
          </a:p>
          <a:p>
            <a:endParaRPr lang="en-US" sz="32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User Authentication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IN" sz="24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Task Management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IN" sz="24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Categories &amp; Tags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IN" sz="24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Search &amp; Filter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IN" sz="24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Task Scheduling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IN" sz="24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Automatic Task Execution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IN" sz="24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Notification System</a:t>
            </a:r>
          </a:p>
          <a:p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6805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D4A5D4-0A89-4643-A896-20E37312A8B8}"/>
              </a:ext>
            </a:extLst>
          </p:cNvPr>
          <p:cNvSpPr txBox="1"/>
          <p:nvPr/>
        </p:nvSpPr>
        <p:spPr>
          <a:xfrm>
            <a:off x="379012" y="206733"/>
            <a:ext cx="11433976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b="0" dirty="0"/>
              <a:t>User requirements :</a:t>
            </a:r>
          </a:p>
          <a:p>
            <a:endParaRPr lang="en-IN" sz="18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Dashboard &amp; Analytics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IN" sz="24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Calendar View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IN" sz="24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Reports &amp; History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IN" sz="24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Recycle Bin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IN" sz="24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User Settings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IN" sz="24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Backup &amp; Restore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IN" sz="24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Data Storage &amp; Integration</a:t>
            </a:r>
          </a:p>
        </p:txBody>
      </p:sp>
    </p:spTree>
    <p:extLst>
      <p:ext uri="{BB962C8B-B14F-4D97-AF65-F5344CB8AC3E}">
        <p14:creationId xmlns:p14="http://schemas.microsoft.com/office/powerpoint/2010/main" val="572120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188FEA-42A7-4F3A-BD9F-444CED65756B}"/>
              </a:ext>
            </a:extLst>
          </p:cNvPr>
          <p:cNvSpPr txBox="1"/>
          <p:nvPr/>
        </p:nvSpPr>
        <p:spPr>
          <a:xfrm>
            <a:off x="0" y="456014"/>
            <a:ext cx="121920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Module Requirements </a:t>
            </a:r>
            <a:r>
              <a:rPr lang="en-IN" sz="2800" dirty="0"/>
              <a:t>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Module 1: User Authentication</a:t>
            </a:r>
            <a:r>
              <a:rPr lang="en-US" sz="2800" dirty="0"/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Purpose:</a:t>
            </a:r>
            <a:r>
              <a:rPr lang="en-US" sz="2800" dirty="0"/>
              <a:t> Gate access to the app and manage identity.</a:t>
            </a:r>
          </a:p>
          <a:p>
            <a:pPr lvl="2"/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Block all other modules until a user is logged in.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On start, ask whether the person is a New User or an Existing User.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New User: collect name, email, username, and password, then create the account.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Existing User: collect only username and password, then verify them.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Save and retrieve user records from the MySQL users table.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14739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188FEA-42A7-4F3A-BD9F-444CED65756B}"/>
              </a:ext>
            </a:extLst>
          </p:cNvPr>
          <p:cNvSpPr txBox="1"/>
          <p:nvPr/>
        </p:nvSpPr>
        <p:spPr>
          <a:xfrm>
            <a:off x="0" y="456014"/>
            <a:ext cx="121920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Module Requirements </a:t>
            </a:r>
            <a:r>
              <a:rPr lang="en-IN" sz="2800" dirty="0"/>
              <a:t>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Module 2: Task Management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Purpose: </a:t>
            </a:r>
            <a:r>
              <a:rPr lang="en-US" sz="2800" dirty="0"/>
              <a:t>Core creation and upkeep of tasks.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Add a task with title, description, deadline, and priority.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Edit, delete, and view existing tasks.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Validate task fields before saving to the MySQL tasks table.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Always save and load tasks using the logged-in user's unique </a:t>
            </a:r>
            <a:r>
              <a:rPr lang="en-US" sz="2800" dirty="0" err="1"/>
              <a:t>user_id</a:t>
            </a:r>
            <a:r>
              <a:rPr lang="en-US" sz="2800" dirty="0"/>
              <a:t> as a foreign key, ensuring perfect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isolation.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28025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188FEA-42A7-4F3A-BD9F-444CED65756B}"/>
              </a:ext>
            </a:extLst>
          </p:cNvPr>
          <p:cNvSpPr txBox="1"/>
          <p:nvPr/>
        </p:nvSpPr>
        <p:spPr>
          <a:xfrm>
            <a:off x="0" y="456014"/>
            <a:ext cx="121920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Module Requirements </a:t>
            </a:r>
            <a:r>
              <a:rPr lang="en-IN" sz="2800" dirty="0"/>
              <a:t>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Module 3: Categories &amp; Tags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Purpose: </a:t>
            </a:r>
            <a:r>
              <a:rPr lang="en-US" sz="2800" dirty="0"/>
              <a:t>Group related tasks together.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Assign one or more tags to a task.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Filter the task list by a selected tag</a:t>
            </a:r>
            <a:r>
              <a:rPr lang="en-US" sz="2800" b="1" dirty="0"/>
              <a:t>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70556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188FEA-42A7-4F3A-BD9F-444CED65756B}"/>
              </a:ext>
            </a:extLst>
          </p:cNvPr>
          <p:cNvSpPr txBox="1"/>
          <p:nvPr/>
        </p:nvSpPr>
        <p:spPr>
          <a:xfrm>
            <a:off x="0" y="456014"/>
            <a:ext cx="121920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Module Requirements </a:t>
            </a:r>
            <a:r>
              <a:rPr lang="en-IN" sz="2800" dirty="0"/>
              <a:t>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Module 4: Search &amp; Filter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Purpose: </a:t>
            </a:r>
            <a:r>
              <a:rPr lang="en-US" sz="2800" dirty="0"/>
              <a:t>Find tasks quickly among many.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Search tasks by name or keyword using SQL queries.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Filter by date range, priority, or status.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Display all matching results</a:t>
            </a:r>
            <a:r>
              <a:rPr lang="en-US" sz="2800" b="1" dirty="0"/>
              <a:t>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79535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188FEA-42A7-4F3A-BD9F-444CED65756B}"/>
              </a:ext>
            </a:extLst>
          </p:cNvPr>
          <p:cNvSpPr txBox="1"/>
          <p:nvPr/>
        </p:nvSpPr>
        <p:spPr>
          <a:xfrm>
            <a:off x="0" y="456014"/>
            <a:ext cx="121920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Module Requirements </a:t>
            </a:r>
            <a:r>
              <a:rPr lang="en-IN" sz="2800" dirty="0"/>
              <a:t>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Module 5: Task Scheduling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Purpose: </a:t>
            </a:r>
            <a:r>
              <a:rPr lang="en-US" sz="2800" dirty="0"/>
              <a:t>Decide when a task should occur.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Assign a date and time to a task.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Mark a task as recurring (daily/weekly/monthly).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Sort tasks efficiently using SQL queries based on priority and status.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81691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188FEA-42A7-4F3A-BD9F-444CED65756B}"/>
              </a:ext>
            </a:extLst>
          </p:cNvPr>
          <p:cNvSpPr txBox="1"/>
          <p:nvPr/>
        </p:nvSpPr>
        <p:spPr>
          <a:xfrm>
            <a:off x="0" y="456014"/>
            <a:ext cx="121920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Module Requirements </a:t>
            </a:r>
            <a:r>
              <a:rPr lang="en-IN" sz="2800" dirty="0"/>
              <a:t>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Module 6: Automatic Task Execution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Purpose: </a:t>
            </a:r>
            <a:r>
              <a:rPr lang="en-US" sz="2800" dirty="0"/>
              <a:t>Run tasks without manual action.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Continuously check for tasks that are due by querying the database.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Trigger the task and update its status automatically in the database.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Log execution results for later review.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25880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188FEA-42A7-4F3A-BD9F-444CED65756B}"/>
              </a:ext>
            </a:extLst>
          </p:cNvPr>
          <p:cNvSpPr txBox="1"/>
          <p:nvPr/>
        </p:nvSpPr>
        <p:spPr>
          <a:xfrm>
            <a:off x="0" y="456014"/>
            <a:ext cx="121920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Module Requirements </a:t>
            </a:r>
            <a:r>
              <a:rPr lang="en-IN" sz="2800" dirty="0"/>
              <a:t>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Module 7: Notification System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Purpose: </a:t>
            </a:r>
            <a:r>
              <a:rPr lang="en-US" sz="2800" dirty="0"/>
              <a:t>Keep the user informed.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Send an email reminder ahead of the due time.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Show a pop-up alert exactly when a task is due.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Send a completion confirmation and a missed-task alert.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4385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188FEA-42A7-4F3A-BD9F-444CED65756B}"/>
              </a:ext>
            </a:extLst>
          </p:cNvPr>
          <p:cNvSpPr txBox="1"/>
          <p:nvPr/>
        </p:nvSpPr>
        <p:spPr>
          <a:xfrm>
            <a:off x="0" y="456014"/>
            <a:ext cx="121920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Module Requirements </a:t>
            </a:r>
            <a:r>
              <a:rPr lang="en-IN" sz="2800" dirty="0"/>
              <a:t>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Module 8: Dashboard &amp; Analytics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Purpose: </a:t>
            </a:r>
            <a:r>
              <a:rPr lang="en-US" sz="2800" dirty="0"/>
              <a:t>Summarize task activity at a glance.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Display total, completed, pending, upcoming, and overdue counts using SQL aggregation.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Show a chart of tasks completed over time.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3398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188FEA-42A7-4F3A-BD9F-444CED65756B}"/>
              </a:ext>
            </a:extLst>
          </p:cNvPr>
          <p:cNvSpPr txBox="1"/>
          <p:nvPr/>
        </p:nvSpPr>
        <p:spPr>
          <a:xfrm>
            <a:off x="0" y="456014"/>
            <a:ext cx="121920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Module Requirements </a:t>
            </a:r>
            <a:r>
              <a:rPr lang="en-IN" sz="2800" dirty="0"/>
              <a:t>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Module 9: Calendar View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Purpose: </a:t>
            </a:r>
            <a:r>
              <a:rPr lang="en-US" sz="2800" dirty="0"/>
              <a:t>Visualize the schedule over time.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Display tasks on a monthly or weekly calendar grid.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Allow navigation between months/weeks.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97441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188FEA-42A7-4F3A-BD9F-444CED65756B}"/>
              </a:ext>
            </a:extLst>
          </p:cNvPr>
          <p:cNvSpPr txBox="1"/>
          <p:nvPr/>
        </p:nvSpPr>
        <p:spPr>
          <a:xfrm>
            <a:off x="0" y="456014"/>
            <a:ext cx="121920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Module Requirements </a:t>
            </a:r>
            <a:r>
              <a:rPr lang="en-IN" sz="2800" dirty="0"/>
              <a:t>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Module 10: Reports &amp; History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Purpose: </a:t>
            </a:r>
            <a:r>
              <a:rPr lang="en-US" sz="2800" dirty="0"/>
              <a:t>Look back on past activity.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View a historical log of completed and missed tasks from the database.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Generate a summary report on demand.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51721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188FEA-42A7-4F3A-BD9F-444CED65756B}"/>
              </a:ext>
            </a:extLst>
          </p:cNvPr>
          <p:cNvSpPr txBox="1"/>
          <p:nvPr/>
        </p:nvSpPr>
        <p:spPr>
          <a:xfrm>
            <a:off x="0" y="456014"/>
            <a:ext cx="1219200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Module Requirements </a:t>
            </a:r>
            <a:r>
              <a:rPr lang="en-IN" sz="2800" dirty="0"/>
              <a:t>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Module 11: Recycle Bin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Purpose: </a:t>
            </a:r>
            <a:r>
              <a:rPr lang="en-US" sz="2800" dirty="0"/>
              <a:t>Prevent accidental, permanent loss of tasks.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When a task is deleted, update its state to 'deleted' in the database instead of removing it right away.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Let the user view and restore deleted tasks.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Only permanently remove a task after the user confirms it from the recycle bin via a DELETE query.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21541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188FEA-42A7-4F3A-BD9F-444CED65756B}"/>
              </a:ext>
            </a:extLst>
          </p:cNvPr>
          <p:cNvSpPr txBox="1"/>
          <p:nvPr/>
        </p:nvSpPr>
        <p:spPr>
          <a:xfrm>
            <a:off x="0" y="456014"/>
            <a:ext cx="121920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Module Requirements </a:t>
            </a:r>
            <a:r>
              <a:rPr lang="en-IN" sz="2800" dirty="0"/>
              <a:t>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Module 12: User Settings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Purpose: </a:t>
            </a:r>
            <a:r>
              <a:rPr lang="en-US" sz="2800" dirty="0"/>
              <a:t>Let each user manage their own profile.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View and edit profile details (name, email) in the database.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Change password securely using modern hashing.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Toggle notification preferences on or off.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39089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188FEA-42A7-4F3A-BD9F-444CED65756B}"/>
              </a:ext>
            </a:extLst>
          </p:cNvPr>
          <p:cNvSpPr txBox="1"/>
          <p:nvPr/>
        </p:nvSpPr>
        <p:spPr>
          <a:xfrm>
            <a:off x="0" y="456014"/>
            <a:ext cx="12192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Module Requirements </a:t>
            </a:r>
            <a:r>
              <a:rPr lang="en-IN" sz="2800" dirty="0"/>
              <a:t>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Module 13: Backup &amp; Restore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Purpose</a:t>
            </a:r>
            <a:r>
              <a:rPr lang="en-US" sz="2800" dirty="0"/>
              <a:t>: Protect user and task data from loss.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Create a backup SQL dump file of the users and tasks tables on demand.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Restore table structures and records from a previously saved SQL backup file.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Confirm with the user before overwriting existing database tables during a restore.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94739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188FEA-42A7-4F3A-BD9F-444CED65756B}"/>
              </a:ext>
            </a:extLst>
          </p:cNvPr>
          <p:cNvSpPr txBox="1"/>
          <p:nvPr/>
        </p:nvSpPr>
        <p:spPr>
          <a:xfrm>
            <a:off x="0" y="456014"/>
            <a:ext cx="121920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Module Requirements </a:t>
            </a:r>
            <a:r>
              <a:rPr lang="en-IN" sz="2800" dirty="0"/>
              <a:t>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Module 14: Data Storage &amp; Integration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Purpose: </a:t>
            </a:r>
            <a:r>
              <a:rPr lang="en-US" sz="2800" dirty="0"/>
              <a:t>Tie every module together.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Establish, maintain, and manage operational connections to the MySQL database.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Handle missing tables or database connection drops gracefully with structured exceptions.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 a single home screen linking all modules and a safe application exit.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27138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587C9F-74A0-4723-AE53-6282E33CE7D7}"/>
              </a:ext>
            </a:extLst>
          </p:cNvPr>
          <p:cNvSpPr/>
          <p:nvPr/>
        </p:nvSpPr>
        <p:spPr>
          <a:xfrm>
            <a:off x="571657" y="1270325"/>
            <a:ext cx="186060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Developers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6A676B-F6E6-48C8-94AE-896B1AE1C7C2}"/>
              </a:ext>
            </a:extLst>
          </p:cNvPr>
          <p:cNvSpPr/>
          <p:nvPr/>
        </p:nvSpPr>
        <p:spPr>
          <a:xfrm>
            <a:off x="2432262" y="1270325"/>
            <a:ext cx="186060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F47A07-0D58-49B6-AB2F-879EA40D231D}"/>
              </a:ext>
            </a:extLst>
          </p:cNvPr>
          <p:cNvSpPr/>
          <p:nvPr/>
        </p:nvSpPr>
        <p:spPr>
          <a:xfrm>
            <a:off x="4292867" y="1270325"/>
            <a:ext cx="186060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2B9D02-7C75-462B-80CF-4FBCA544F9DA}"/>
              </a:ext>
            </a:extLst>
          </p:cNvPr>
          <p:cNvSpPr/>
          <p:nvPr/>
        </p:nvSpPr>
        <p:spPr>
          <a:xfrm>
            <a:off x="9881764" y="1270325"/>
            <a:ext cx="186060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Estimated Effort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F408F8-F3DD-4F8D-A5BE-F4CE8BE9086F}"/>
              </a:ext>
            </a:extLst>
          </p:cNvPr>
          <p:cNvSpPr txBox="1"/>
          <p:nvPr/>
        </p:nvSpPr>
        <p:spPr>
          <a:xfrm>
            <a:off x="507489" y="205303"/>
            <a:ext cx="4154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Assigning Roles: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114310-21B9-4376-AAE0-9BA39AC34D9C}"/>
              </a:ext>
            </a:extLst>
          </p:cNvPr>
          <p:cNvSpPr/>
          <p:nvPr/>
        </p:nvSpPr>
        <p:spPr>
          <a:xfrm>
            <a:off x="571657" y="2184725"/>
            <a:ext cx="186060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Maharudra</a:t>
            </a:r>
            <a:r>
              <a:rPr lang="en-IN" dirty="0"/>
              <a:t> </a:t>
            </a:r>
            <a:r>
              <a:rPr lang="en-IN" dirty="0" err="1"/>
              <a:t>Bharane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C49261-8120-42FD-BA23-79E1176CD42D}"/>
              </a:ext>
            </a:extLst>
          </p:cNvPr>
          <p:cNvSpPr/>
          <p:nvPr/>
        </p:nvSpPr>
        <p:spPr>
          <a:xfrm>
            <a:off x="2430238" y="2179215"/>
            <a:ext cx="186060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Module 1 ·</a:t>
            </a:r>
          </a:p>
          <a:p>
            <a:pPr algn="ctr"/>
            <a:r>
              <a:rPr lang="en-IN" dirty="0"/>
              <a:t>Authentication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31B64D-C316-472A-AA3A-89E09EF4A903}"/>
              </a:ext>
            </a:extLst>
          </p:cNvPr>
          <p:cNvSpPr/>
          <p:nvPr/>
        </p:nvSpPr>
        <p:spPr>
          <a:xfrm>
            <a:off x="6165614" y="2162685"/>
            <a:ext cx="186060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Module 12 · User</a:t>
            </a:r>
          </a:p>
          <a:p>
            <a:pPr algn="ctr"/>
            <a:r>
              <a:rPr lang="en-IN" dirty="0"/>
              <a:t>Settings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B0D01B-2CAC-4814-A858-FD94DAC5C576}"/>
              </a:ext>
            </a:extLst>
          </p:cNvPr>
          <p:cNvSpPr/>
          <p:nvPr/>
        </p:nvSpPr>
        <p:spPr>
          <a:xfrm>
            <a:off x="8021160" y="2173705"/>
            <a:ext cx="186060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Module 3 · Categories</a:t>
            </a:r>
          </a:p>
          <a:p>
            <a:pPr algn="ctr"/>
            <a:r>
              <a:rPr lang="en-IN" dirty="0"/>
              <a:t>&amp; Tags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BE70F1-6965-4550-8C0F-2D7EFD725130}"/>
              </a:ext>
            </a:extLst>
          </p:cNvPr>
          <p:cNvSpPr/>
          <p:nvPr/>
        </p:nvSpPr>
        <p:spPr>
          <a:xfrm>
            <a:off x="569633" y="3088105"/>
            <a:ext cx="186060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Sonal</a:t>
            </a:r>
            <a:r>
              <a:rPr lang="en-IN" dirty="0"/>
              <a:t> </a:t>
            </a:r>
            <a:r>
              <a:rPr lang="en-IN" dirty="0" err="1"/>
              <a:t>Ladhe</a:t>
            </a:r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034D0A-0D66-46B4-BFA9-B3C457EDE82C}"/>
              </a:ext>
            </a:extLst>
          </p:cNvPr>
          <p:cNvSpPr/>
          <p:nvPr/>
        </p:nvSpPr>
        <p:spPr>
          <a:xfrm>
            <a:off x="569632" y="3996995"/>
            <a:ext cx="186060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Pushpa </a:t>
            </a:r>
            <a:r>
              <a:rPr lang="en-IN" dirty="0" err="1"/>
              <a:t>Ghule</a:t>
            </a:r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8E725D-78B3-4D2F-B4FE-EDD519A55355}"/>
              </a:ext>
            </a:extLst>
          </p:cNvPr>
          <p:cNvSpPr/>
          <p:nvPr/>
        </p:nvSpPr>
        <p:spPr>
          <a:xfrm>
            <a:off x="566090" y="4911395"/>
            <a:ext cx="186060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Mansi </a:t>
            </a:r>
            <a:r>
              <a:rPr lang="en-IN" dirty="0" err="1"/>
              <a:t>Surve</a:t>
            </a:r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A568CE8-9ADE-48A3-A8E1-53DDB3F0AD14}"/>
              </a:ext>
            </a:extLst>
          </p:cNvPr>
          <p:cNvSpPr/>
          <p:nvPr/>
        </p:nvSpPr>
        <p:spPr>
          <a:xfrm>
            <a:off x="2434286" y="3088105"/>
            <a:ext cx="186060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Module 5 · Task</a:t>
            </a:r>
          </a:p>
          <a:p>
            <a:pPr algn="ctr"/>
            <a:r>
              <a:rPr lang="en-IN" dirty="0"/>
              <a:t>Scheduling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8D895C-8854-4F9F-BD67-91892C092BFC}"/>
              </a:ext>
            </a:extLst>
          </p:cNvPr>
          <p:cNvSpPr/>
          <p:nvPr/>
        </p:nvSpPr>
        <p:spPr>
          <a:xfrm>
            <a:off x="4299950" y="3088105"/>
            <a:ext cx="186060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Module 6 · Auto</a:t>
            </a:r>
          </a:p>
          <a:p>
            <a:pPr algn="ctr"/>
            <a:r>
              <a:rPr lang="en-IN" dirty="0"/>
              <a:t>Execution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3393535-9F17-4791-A6B7-2781E245B227}"/>
              </a:ext>
            </a:extLst>
          </p:cNvPr>
          <p:cNvSpPr/>
          <p:nvPr/>
        </p:nvSpPr>
        <p:spPr>
          <a:xfrm>
            <a:off x="6167638" y="3088105"/>
            <a:ext cx="186060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Module 11 · Recycle</a:t>
            </a:r>
          </a:p>
          <a:p>
            <a:pPr algn="ctr"/>
            <a:r>
              <a:rPr lang="en-IN" dirty="0"/>
              <a:t>Bin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1CC5595-4CE5-480E-86AB-734223C33067}"/>
              </a:ext>
            </a:extLst>
          </p:cNvPr>
          <p:cNvSpPr/>
          <p:nvPr/>
        </p:nvSpPr>
        <p:spPr>
          <a:xfrm>
            <a:off x="6160555" y="1270325"/>
            <a:ext cx="186060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 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46AA66-4791-4709-8870-D94BA7DDFBA3}"/>
              </a:ext>
            </a:extLst>
          </p:cNvPr>
          <p:cNvSpPr/>
          <p:nvPr/>
        </p:nvSpPr>
        <p:spPr>
          <a:xfrm>
            <a:off x="4299950" y="2168195"/>
            <a:ext cx="186060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Module 2 · Task</a:t>
            </a:r>
          </a:p>
          <a:p>
            <a:pPr algn="ctr"/>
            <a:r>
              <a:rPr lang="en-IN" dirty="0"/>
              <a:t>Management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4F77F0F-2546-49D8-8AB0-3D7D3A1785ED}"/>
              </a:ext>
            </a:extLst>
          </p:cNvPr>
          <p:cNvSpPr/>
          <p:nvPr/>
        </p:nvSpPr>
        <p:spPr>
          <a:xfrm>
            <a:off x="8021159" y="3099125"/>
            <a:ext cx="186060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-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E2FC1B5-8FF3-43CF-8E8A-043517C7F4C9}"/>
              </a:ext>
            </a:extLst>
          </p:cNvPr>
          <p:cNvSpPr/>
          <p:nvPr/>
        </p:nvSpPr>
        <p:spPr>
          <a:xfrm>
            <a:off x="8030267" y="1270325"/>
            <a:ext cx="186060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 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9DE363A-9891-4E17-B01F-D0FD4B9A86FD}"/>
              </a:ext>
            </a:extLst>
          </p:cNvPr>
          <p:cNvSpPr/>
          <p:nvPr/>
        </p:nvSpPr>
        <p:spPr>
          <a:xfrm>
            <a:off x="2433779" y="4013525"/>
            <a:ext cx="1860605" cy="9199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Module 7 ·</a:t>
            </a:r>
          </a:p>
          <a:p>
            <a:pPr algn="ctr"/>
            <a:r>
              <a:rPr lang="en-IN" dirty="0"/>
              <a:t>Notifications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C326CB-59B6-4DB5-B671-651C18A57A67}"/>
              </a:ext>
            </a:extLst>
          </p:cNvPr>
          <p:cNvSpPr/>
          <p:nvPr/>
        </p:nvSpPr>
        <p:spPr>
          <a:xfrm>
            <a:off x="4298938" y="3991485"/>
            <a:ext cx="186060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Module 10 · Reports &amp;</a:t>
            </a:r>
          </a:p>
          <a:p>
            <a:pPr algn="ctr"/>
            <a:r>
              <a:rPr lang="en-IN" dirty="0"/>
              <a:t>History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951BF1C-D66A-4115-A2FE-055560D14E9C}"/>
              </a:ext>
            </a:extLst>
          </p:cNvPr>
          <p:cNvSpPr/>
          <p:nvPr/>
        </p:nvSpPr>
        <p:spPr>
          <a:xfrm>
            <a:off x="6167638" y="4013525"/>
            <a:ext cx="186060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Module 13 · Backup &amp;</a:t>
            </a:r>
          </a:p>
          <a:p>
            <a:pPr algn="ctr"/>
            <a:r>
              <a:rPr lang="en-IN" dirty="0"/>
              <a:t>Restore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2C35B82-8C1C-42B1-9E3F-33CC64E878E1}"/>
              </a:ext>
            </a:extLst>
          </p:cNvPr>
          <p:cNvSpPr/>
          <p:nvPr/>
        </p:nvSpPr>
        <p:spPr>
          <a:xfrm>
            <a:off x="8028243" y="3991485"/>
            <a:ext cx="186060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-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29E918D-684E-4ECE-85CC-8679CF55709F}"/>
              </a:ext>
            </a:extLst>
          </p:cNvPr>
          <p:cNvSpPr/>
          <p:nvPr/>
        </p:nvSpPr>
        <p:spPr>
          <a:xfrm>
            <a:off x="9895931" y="2184725"/>
            <a:ext cx="186060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9 hours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B30072-F3D0-47FE-A0A4-B1340045AB77}"/>
              </a:ext>
            </a:extLst>
          </p:cNvPr>
          <p:cNvSpPr/>
          <p:nvPr/>
        </p:nvSpPr>
        <p:spPr>
          <a:xfrm>
            <a:off x="9888848" y="3108158"/>
            <a:ext cx="186060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8.5 hours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91B0AAE-5D85-409A-A014-39A99959FB6B}"/>
              </a:ext>
            </a:extLst>
          </p:cNvPr>
          <p:cNvSpPr/>
          <p:nvPr/>
        </p:nvSpPr>
        <p:spPr>
          <a:xfrm>
            <a:off x="9881763" y="3988486"/>
            <a:ext cx="186060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9 hours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6E3ED58-5C8D-4575-9059-6333CA556580}"/>
              </a:ext>
            </a:extLst>
          </p:cNvPr>
          <p:cNvSpPr/>
          <p:nvPr/>
        </p:nvSpPr>
        <p:spPr>
          <a:xfrm>
            <a:off x="2423153" y="4916905"/>
            <a:ext cx="1860605" cy="9199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Module 4 · Search &amp;</a:t>
            </a:r>
          </a:p>
          <a:p>
            <a:pPr algn="ctr"/>
            <a:r>
              <a:rPr lang="en-IN" dirty="0"/>
              <a:t>Filter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F70F5E3-5D3B-4ED4-82C2-46BCBBF2748E}"/>
              </a:ext>
            </a:extLst>
          </p:cNvPr>
          <p:cNvSpPr/>
          <p:nvPr/>
        </p:nvSpPr>
        <p:spPr>
          <a:xfrm>
            <a:off x="4290842" y="4911395"/>
            <a:ext cx="186060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Module 8 · Dashboard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BE333CE-2EFB-4C08-8F17-3C05AE8C51D1}"/>
              </a:ext>
            </a:extLst>
          </p:cNvPr>
          <p:cNvSpPr/>
          <p:nvPr/>
        </p:nvSpPr>
        <p:spPr>
          <a:xfrm>
            <a:off x="6159542" y="4902886"/>
            <a:ext cx="186060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Module 9 · Calendar</a:t>
            </a:r>
          </a:p>
          <a:p>
            <a:pPr algn="ctr"/>
            <a:r>
              <a:rPr lang="en-IN" dirty="0"/>
              <a:t>View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2461E08-97CB-4568-BED5-0A3E41F0B83C}"/>
              </a:ext>
            </a:extLst>
          </p:cNvPr>
          <p:cNvSpPr/>
          <p:nvPr/>
        </p:nvSpPr>
        <p:spPr>
          <a:xfrm>
            <a:off x="8035327" y="4908884"/>
            <a:ext cx="186060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-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7B457C5-C6C3-44E0-B908-68C58514F863}"/>
              </a:ext>
            </a:extLst>
          </p:cNvPr>
          <p:cNvSpPr/>
          <p:nvPr/>
        </p:nvSpPr>
        <p:spPr>
          <a:xfrm>
            <a:off x="9881763" y="4919660"/>
            <a:ext cx="186060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 hours</a:t>
            </a:r>
          </a:p>
        </p:txBody>
      </p:sp>
    </p:spTree>
    <p:extLst>
      <p:ext uri="{BB962C8B-B14F-4D97-AF65-F5344CB8AC3E}">
        <p14:creationId xmlns:p14="http://schemas.microsoft.com/office/powerpoint/2010/main" val="2046105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AE97FD-F87C-4930-A59C-848C9076836C}"/>
              </a:ext>
            </a:extLst>
          </p:cNvPr>
          <p:cNvSpPr txBox="1"/>
          <p:nvPr/>
        </p:nvSpPr>
        <p:spPr>
          <a:xfrm>
            <a:off x="405517" y="286247"/>
            <a:ext cx="4047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Assigning Roles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D1B9C0-0994-4E17-821B-613FB7FA86C3}"/>
              </a:ext>
            </a:extLst>
          </p:cNvPr>
          <p:cNvSpPr/>
          <p:nvPr/>
        </p:nvSpPr>
        <p:spPr>
          <a:xfrm>
            <a:off x="691763" y="1359673"/>
            <a:ext cx="1924216" cy="8587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QA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5990E3-5F80-4574-8523-A8044FDB79DA}"/>
              </a:ext>
            </a:extLst>
          </p:cNvPr>
          <p:cNvSpPr/>
          <p:nvPr/>
        </p:nvSpPr>
        <p:spPr>
          <a:xfrm>
            <a:off x="2615979" y="1359673"/>
            <a:ext cx="1924216" cy="8587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Assigned Developers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472A7F-4B7D-48BE-8172-3E4804CE7A20}"/>
              </a:ext>
            </a:extLst>
          </p:cNvPr>
          <p:cNvSpPr/>
          <p:nvPr/>
        </p:nvSpPr>
        <p:spPr>
          <a:xfrm>
            <a:off x="4532243" y="1359673"/>
            <a:ext cx="1924216" cy="8587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FEB379-6937-466D-87BD-9D5A4A3EA3E0}"/>
              </a:ext>
            </a:extLst>
          </p:cNvPr>
          <p:cNvSpPr/>
          <p:nvPr/>
        </p:nvSpPr>
        <p:spPr>
          <a:xfrm>
            <a:off x="6464411" y="1359673"/>
            <a:ext cx="1924216" cy="8587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6047BD-D28E-4441-AE41-09666B7FC8C1}"/>
              </a:ext>
            </a:extLst>
          </p:cNvPr>
          <p:cNvSpPr/>
          <p:nvPr/>
        </p:nvSpPr>
        <p:spPr>
          <a:xfrm>
            <a:off x="8372723" y="1359672"/>
            <a:ext cx="1924216" cy="8587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Estimated Time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02E731-215E-41D3-B217-82797005487F}"/>
              </a:ext>
            </a:extLst>
          </p:cNvPr>
          <p:cNvSpPr/>
          <p:nvPr/>
        </p:nvSpPr>
        <p:spPr>
          <a:xfrm>
            <a:off x="691763" y="2218413"/>
            <a:ext cx="1924216" cy="85874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Darshan Vyas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184046-8DC8-4337-93CB-32DB76A96BFF}"/>
              </a:ext>
            </a:extLst>
          </p:cNvPr>
          <p:cNvSpPr/>
          <p:nvPr/>
        </p:nvSpPr>
        <p:spPr>
          <a:xfrm>
            <a:off x="2600075" y="2218413"/>
            <a:ext cx="1924216" cy="85874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Maharudra</a:t>
            </a:r>
            <a:r>
              <a:rPr lang="en-IN" dirty="0"/>
              <a:t> </a:t>
            </a:r>
            <a:r>
              <a:rPr lang="en-IN" dirty="0" err="1"/>
              <a:t>Bharane</a:t>
            </a:r>
            <a:r>
              <a:rPr lang="en-IN" dirty="0"/>
              <a:t>, </a:t>
            </a:r>
            <a:r>
              <a:rPr lang="en-IN" dirty="0" err="1"/>
              <a:t>Sonal</a:t>
            </a:r>
            <a:r>
              <a:rPr lang="en-IN" dirty="0"/>
              <a:t> </a:t>
            </a:r>
            <a:r>
              <a:rPr lang="en-IN" dirty="0" err="1"/>
              <a:t>Ladhe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542625-ADA5-4378-AC82-88167C3DA3C8}"/>
              </a:ext>
            </a:extLst>
          </p:cNvPr>
          <p:cNvSpPr/>
          <p:nvPr/>
        </p:nvSpPr>
        <p:spPr>
          <a:xfrm>
            <a:off x="4540195" y="2218413"/>
            <a:ext cx="1924216" cy="85874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Make Test Cases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8ED96E-339A-4E3E-9B92-43DC448511CD}"/>
              </a:ext>
            </a:extLst>
          </p:cNvPr>
          <p:cNvSpPr/>
          <p:nvPr/>
        </p:nvSpPr>
        <p:spPr>
          <a:xfrm>
            <a:off x="6456459" y="2218412"/>
            <a:ext cx="1924216" cy="85874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Report Defects, Retest changed program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8A8C86-9DC4-4DC9-B5FD-9D685F6CAE88}"/>
              </a:ext>
            </a:extLst>
          </p:cNvPr>
          <p:cNvSpPr/>
          <p:nvPr/>
        </p:nvSpPr>
        <p:spPr>
          <a:xfrm>
            <a:off x="8380675" y="2218412"/>
            <a:ext cx="1924216" cy="85874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 hours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295E95-E27C-432B-862A-49D504730C01}"/>
              </a:ext>
            </a:extLst>
          </p:cNvPr>
          <p:cNvSpPr/>
          <p:nvPr/>
        </p:nvSpPr>
        <p:spPr>
          <a:xfrm>
            <a:off x="691763" y="3077153"/>
            <a:ext cx="1924216" cy="85874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Pratima Kadam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7DD014-FF51-49DE-A06F-75E601E6A825}"/>
              </a:ext>
            </a:extLst>
          </p:cNvPr>
          <p:cNvSpPr/>
          <p:nvPr/>
        </p:nvSpPr>
        <p:spPr>
          <a:xfrm>
            <a:off x="2600075" y="3077153"/>
            <a:ext cx="1924216" cy="85874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Pushpa </a:t>
            </a:r>
            <a:r>
              <a:rPr lang="en-IN" dirty="0" err="1"/>
              <a:t>Ghule</a:t>
            </a:r>
            <a:r>
              <a:rPr lang="en-IN" dirty="0"/>
              <a:t>, Mansi </a:t>
            </a:r>
            <a:r>
              <a:rPr lang="en-IN" dirty="0" err="1"/>
              <a:t>Surve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8DBFC2-04F4-4275-9203-91754C5078FD}"/>
              </a:ext>
            </a:extLst>
          </p:cNvPr>
          <p:cNvSpPr/>
          <p:nvPr/>
        </p:nvSpPr>
        <p:spPr>
          <a:xfrm>
            <a:off x="4532244" y="3077152"/>
            <a:ext cx="1924216" cy="85874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Make Test Cases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F4EA0C-5EE3-4859-9DA1-89F3101A9CC3}"/>
              </a:ext>
            </a:extLst>
          </p:cNvPr>
          <p:cNvSpPr/>
          <p:nvPr/>
        </p:nvSpPr>
        <p:spPr>
          <a:xfrm>
            <a:off x="6456459" y="3077152"/>
            <a:ext cx="1924216" cy="85874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Report Defects, Retest changed program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F35BC2-6A22-4020-A492-569CA2997A36}"/>
              </a:ext>
            </a:extLst>
          </p:cNvPr>
          <p:cNvSpPr/>
          <p:nvPr/>
        </p:nvSpPr>
        <p:spPr>
          <a:xfrm>
            <a:off x="8388627" y="3077152"/>
            <a:ext cx="1924216" cy="85874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 hours</a:t>
            </a:r>
          </a:p>
        </p:txBody>
      </p:sp>
    </p:spTree>
    <p:extLst>
      <p:ext uri="{BB962C8B-B14F-4D97-AF65-F5344CB8AC3E}">
        <p14:creationId xmlns:p14="http://schemas.microsoft.com/office/powerpoint/2010/main" val="123169327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140</TotalTime>
  <Words>1045</Words>
  <Application>Microsoft Office PowerPoint</Application>
  <PresentationFormat>Widescreen</PresentationFormat>
  <Paragraphs>242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Wingdings</vt:lpstr>
      <vt:lpstr>Retrospect</vt:lpstr>
      <vt:lpstr>Project Name: Automatic Task Schedular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Name: Automatic task schedular</dc:title>
  <dc:creator>adityasingh gahelwar</dc:creator>
  <cp:lastModifiedBy>adityasingh gahelwar</cp:lastModifiedBy>
  <cp:revision>14</cp:revision>
  <dcterms:created xsi:type="dcterms:W3CDTF">2026-07-13T16:18:34Z</dcterms:created>
  <dcterms:modified xsi:type="dcterms:W3CDTF">2026-07-13T18:38:59Z</dcterms:modified>
</cp:coreProperties>
</file>