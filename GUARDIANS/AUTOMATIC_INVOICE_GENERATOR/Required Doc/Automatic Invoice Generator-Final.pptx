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9E00"/>
    <a:srgbClr val="681251"/>
    <a:srgbClr val="8F19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4CF554-461F-47C6-9978-A5176E9F628E}" v="140" dt="2026-07-01T19:35:17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605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ti Kadam" userId="5a54ccf100b122ac" providerId="LiveId" clId="{2F867012-B59E-44FB-A630-4EE19378C6DE}"/>
    <pc:docChg chg="undo custSel addSld modSld sldOrd">
      <pc:chgData name="Kirti Kadam" userId="5a54ccf100b122ac" providerId="LiveId" clId="{2F867012-B59E-44FB-A630-4EE19378C6DE}" dt="2026-07-01T19:52:58.790" v="1255" actId="21"/>
      <pc:docMkLst>
        <pc:docMk/>
      </pc:docMkLst>
      <pc:sldChg chg="modSp mod">
        <pc:chgData name="Kirti Kadam" userId="5a54ccf100b122ac" providerId="LiveId" clId="{2F867012-B59E-44FB-A630-4EE19378C6DE}" dt="2026-07-01T19:48:51.767" v="1238" actId="113"/>
        <pc:sldMkLst>
          <pc:docMk/>
          <pc:sldMk cId="48355931" sldId="256"/>
        </pc:sldMkLst>
        <pc:spChg chg="mod">
          <ac:chgData name="Kirti Kadam" userId="5a54ccf100b122ac" providerId="LiveId" clId="{2F867012-B59E-44FB-A630-4EE19378C6DE}" dt="2026-07-01T19:48:37.914" v="1235" actId="1076"/>
          <ac:spMkLst>
            <pc:docMk/>
            <pc:sldMk cId="48355931" sldId="256"/>
            <ac:spMk id="2" creationId="{BC884A64-FC34-990B-40A5-29BFB998A8C2}"/>
          </ac:spMkLst>
        </pc:spChg>
        <pc:spChg chg="mod">
          <ac:chgData name="Kirti Kadam" userId="5a54ccf100b122ac" providerId="LiveId" clId="{2F867012-B59E-44FB-A630-4EE19378C6DE}" dt="2026-07-01T19:48:51.767" v="1238" actId="113"/>
          <ac:spMkLst>
            <pc:docMk/>
            <pc:sldMk cId="48355931" sldId="256"/>
            <ac:spMk id="3" creationId="{333F524B-17CC-B1DE-C6DB-98DB6868F702}"/>
          </ac:spMkLst>
        </pc:spChg>
      </pc:sldChg>
      <pc:sldChg chg="addSp modSp mod">
        <pc:chgData name="Kirti Kadam" userId="5a54ccf100b122ac" providerId="LiveId" clId="{2F867012-B59E-44FB-A630-4EE19378C6DE}" dt="2026-07-01T19:37:43.404" v="1172" actId="12"/>
        <pc:sldMkLst>
          <pc:docMk/>
          <pc:sldMk cId="1838947287" sldId="260"/>
        </pc:sldMkLst>
        <pc:spChg chg="mod">
          <ac:chgData name="Kirti Kadam" userId="5a54ccf100b122ac" providerId="LiveId" clId="{2F867012-B59E-44FB-A630-4EE19378C6DE}" dt="2026-07-01T18:04:38.617" v="97" actId="27636"/>
          <ac:spMkLst>
            <pc:docMk/>
            <pc:sldMk cId="1838947287" sldId="260"/>
            <ac:spMk id="3" creationId="{3966C043-6F2B-6C52-FE1B-86E6D8A127D8}"/>
          </ac:spMkLst>
        </pc:spChg>
        <pc:spChg chg="add mod">
          <ac:chgData name="Kirti Kadam" userId="5a54ccf100b122ac" providerId="LiveId" clId="{2F867012-B59E-44FB-A630-4EE19378C6DE}" dt="2026-07-01T19:37:43.404" v="1172" actId="12"/>
          <ac:spMkLst>
            <pc:docMk/>
            <pc:sldMk cId="1838947287" sldId="260"/>
            <ac:spMk id="6" creationId="{BCADE16C-B86D-F429-D8BD-12843BEEC97F}"/>
          </ac:spMkLst>
        </pc:spChg>
        <pc:cxnChg chg="add mod">
          <ac:chgData name="Kirti Kadam" userId="5a54ccf100b122ac" providerId="LiveId" clId="{2F867012-B59E-44FB-A630-4EE19378C6DE}" dt="2026-07-01T18:07:34.794" v="132" actId="208"/>
          <ac:cxnSpMkLst>
            <pc:docMk/>
            <pc:sldMk cId="1838947287" sldId="260"/>
            <ac:cxnSpMk id="8" creationId="{979D71EE-96A9-E620-3DB3-AA6C6DDAA2F9}"/>
          </ac:cxnSpMkLst>
        </pc:cxnChg>
      </pc:sldChg>
      <pc:sldChg chg="addSp modSp mod">
        <pc:chgData name="Kirti Kadam" userId="5a54ccf100b122ac" providerId="LiveId" clId="{2F867012-B59E-44FB-A630-4EE19378C6DE}" dt="2026-07-01T19:37:36.072" v="1171" actId="12"/>
        <pc:sldMkLst>
          <pc:docMk/>
          <pc:sldMk cId="2985558797" sldId="261"/>
        </pc:sldMkLst>
        <pc:spChg chg="mod">
          <ac:chgData name="Kirti Kadam" userId="5a54ccf100b122ac" providerId="LiveId" clId="{2F867012-B59E-44FB-A630-4EE19378C6DE}" dt="2026-07-01T18:02:10.123" v="63" actId="1076"/>
          <ac:spMkLst>
            <pc:docMk/>
            <pc:sldMk cId="2985558797" sldId="261"/>
            <ac:spMk id="3" creationId="{47553110-6151-2DAB-BA0D-933EE5C9213B}"/>
          </ac:spMkLst>
        </pc:spChg>
        <pc:spChg chg="add mod">
          <ac:chgData name="Kirti Kadam" userId="5a54ccf100b122ac" providerId="LiveId" clId="{2F867012-B59E-44FB-A630-4EE19378C6DE}" dt="2026-07-01T19:37:36.072" v="1171" actId="12"/>
          <ac:spMkLst>
            <pc:docMk/>
            <pc:sldMk cId="2985558797" sldId="261"/>
            <ac:spMk id="4" creationId="{50C5B19F-CA7C-79C2-ED47-81E93DACBC19}"/>
          </ac:spMkLst>
        </pc:spChg>
        <pc:cxnChg chg="add mod">
          <ac:chgData name="Kirti Kadam" userId="5a54ccf100b122ac" providerId="LiveId" clId="{2F867012-B59E-44FB-A630-4EE19378C6DE}" dt="2026-07-01T18:07:27.106" v="131" actId="208"/>
          <ac:cxnSpMkLst>
            <pc:docMk/>
            <pc:sldMk cId="2985558797" sldId="261"/>
            <ac:cxnSpMk id="5" creationId="{C3349B54-8D1A-067B-4E90-DC15EE729561}"/>
          </ac:cxnSpMkLst>
        </pc:cxnChg>
      </pc:sldChg>
      <pc:sldChg chg="addSp modSp mod">
        <pc:chgData name="Kirti Kadam" userId="5a54ccf100b122ac" providerId="LiveId" clId="{2F867012-B59E-44FB-A630-4EE19378C6DE}" dt="2026-07-01T19:37:25.286" v="1170" actId="12"/>
        <pc:sldMkLst>
          <pc:docMk/>
          <pc:sldMk cId="3657157092" sldId="262"/>
        </pc:sldMkLst>
        <pc:spChg chg="mod">
          <ac:chgData name="Kirti Kadam" userId="5a54ccf100b122ac" providerId="LiveId" clId="{2F867012-B59E-44FB-A630-4EE19378C6DE}" dt="2026-07-01T18:06:22.445" v="123" actId="1076"/>
          <ac:spMkLst>
            <pc:docMk/>
            <pc:sldMk cId="3657157092" sldId="262"/>
            <ac:spMk id="3" creationId="{E8AEDC4A-123F-ABEE-A764-33B296C5BD13}"/>
          </ac:spMkLst>
        </pc:spChg>
        <pc:spChg chg="add mod">
          <ac:chgData name="Kirti Kadam" userId="5a54ccf100b122ac" providerId="LiveId" clId="{2F867012-B59E-44FB-A630-4EE19378C6DE}" dt="2026-07-01T19:37:25.286" v="1170" actId="12"/>
          <ac:spMkLst>
            <pc:docMk/>
            <pc:sldMk cId="3657157092" sldId="262"/>
            <ac:spMk id="4" creationId="{8D6B1F3B-DC2D-EE77-C5C4-8F71744E19FF}"/>
          </ac:spMkLst>
        </pc:spChg>
        <pc:cxnChg chg="add mod">
          <ac:chgData name="Kirti Kadam" userId="5a54ccf100b122ac" providerId="LiveId" clId="{2F867012-B59E-44FB-A630-4EE19378C6DE}" dt="2026-07-01T18:07:18.920" v="130" actId="208"/>
          <ac:cxnSpMkLst>
            <pc:docMk/>
            <pc:sldMk cId="3657157092" sldId="262"/>
            <ac:cxnSpMk id="5" creationId="{728EDB18-20E7-0091-F041-F5DD9B206CC7}"/>
          </ac:cxnSpMkLst>
        </pc:cxnChg>
      </pc:sldChg>
      <pc:sldChg chg="addSp modSp mod">
        <pc:chgData name="Kirti Kadam" userId="5a54ccf100b122ac" providerId="LiveId" clId="{2F867012-B59E-44FB-A630-4EE19378C6DE}" dt="2026-07-01T19:37:14.948" v="1169" actId="12"/>
        <pc:sldMkLst>
          <pc:docMk/>
          <pc:sldMk cId="3083899665" sldId="263"/>
        </pc:sldMkLst>
        <pc:spChg chg="mod">
          <ac:chgData name="Kirti Kadam" userId="5a54ccf100b122ac" providerId="LiveId" clId="{2F867012-B59E-44FB-A630-4EE19378C6DE}" dt="2026-07-01T18:06:49.083" v="126" actId="14100"/>
          <ac:spMkLst>
            <pc:docMk/>
            <pc:sldMk cId="3083899665" sldId="263"/>
            <ac:spMk id="3" creationId="{66670631-8699-19DA-8072-45FBF2928BCA}"/>
          </ac:spMkLst>
        </pc:spChg>
        <pc:spChg chg="add mod">
          <ac:chgData name="Kirti Kadam" userId="5a54ccf100b122ac" providerId="LiveId" clId="{2F867012-B59E-44FB-A630-4EE19378C6DE}" dt="2026-07-01T19:37:14.948" v="1169" actId="12"/>
          <ac:spMkLst>
            <pc:docMk/>
            <pc:sldMk cId="3083899665" sldId="263"/>
            <ac:spMk id="4" creationId="{A5408D10-997B-8FB9-7DC8-84C49127FBDB}"/>
          </ac:spMkLst>
        </pc:spChg>
        <pc:cxnChg chg="add mod">
          <ac:chgData name="Kirti Kadam" userId="5a54ccf100b122ac" providerId="LiveId" clId="{2F867012-B59E-44FB-A630-4EE19378C6DE}" dt="2026-07-01T18:07:07.575" v="129" actId="208"/>
          <ac:cxnSpMkLst>
            <pc:docMk/>
            <pc:sldMk cId="3083899665" sldId="263"/>
            <ac:cxnSpMk id="5" creationId="{7DB17F8B-EA7C-5F00-93D9-99E6FBF4B518}"/>
          </ac:cxnSpMkLst>
        </pc:cxnChg>
      </pc:sldChg>
      <pc:sldChg chg="addSp modSp mod">
        <pc:chgData name="Kirti Kadam" userId="5a54ccf100b122ac" providerId="LiveId" clId="{2F867012-B59E-44FB-A630-4EE19378C6DE}" dt="2026-07-01T19:37:06.417" v="1168" actId="12"/>
        <pc:sldMkLst>
          <pc:docMk/>
          <pc:sldMk cId="3290628725" sldId="264"/>
        </pc:sldMkLst>
        <pc:spChg chg="mod">
          <ac:chgData name="Kirti Kadam" userId="5a54ccf100b122ac" providerId="LiveId" clId="{2F867012-B59E-44FB-A630-4EE19378C6DE}" dt="2026-07-01T18:09:04.397" v="155"/>
          <ac:spMkLst>
            <pc:docMk/>
            <pc:sldMk cId="3290628725" sldId="264"/>
            <ac:spMk id="3" creationId="{4E42689D-127E-CC1E-F745-615398BBD8FA}"/>
          </ac:spMkLst>
        </pc:spChg>
        <pc:spChg chg="add mod">
          <ac:chgData name="Kirti Kadam" userId="5a54ccf100b122ac" providerId="LiveId" clId="{2F867012-B59E-44FB-A630-4EE19378C6DE}" dt="2026-07-01T19:37:06.417" v="1168" actId="12"/>
          <ac:spMkLst>
            <pc:docMk/>
            <pc:sldMk cId="3290628725" sldId="264"/>
            <ac:spMk id="4" creationId="{4360170C-6469-9C39-4F3E-D7E8B943EBE5}"/>
          </ac:spMkLst>
        </pc:spChg>
        <pc:cxnChg chg="add mod">
          <ac:chgData name="Kirti Kadam" userId="5a54ccf100b122ac" providerId="LiveId" clId="{2F867012-B59E-44FB-A630-4EE19378C6DE}" dt="2026-07-01T18:18:15.241" v="289"/>
          <ac:cxnSpMkLst>
            <pc:docMk/>
            <pc:sldMk cId="3290628725" sldId="264"/>
            <ac:cxnSpMk id="5" creationId="{8AD8331B-5768-7C43-81D7-5E0F3E7330EC}"/>
          </ac:cxnSpMkLst>
        </pc:cxnChg>
      </pc:sldChg>
      <pc:sldChg chg="addSp modSp mod">
        <pc:chgData name="Kirti Kadam" userId="5a54ccf100b122ac" providerId="LiveId" clId="{2F867012-B59E-44FB-A630-4EE19378C6DE}" dt="2026-07-01T19:36:54.714" v="1167" actId="12"/>
        <pc:sldMkLst>
          <pc:docMk/>
          <pc:sldMk cId="2102598795" sldId="265"/>
        </pc:sldMkLst>
        <pc:spChg chg="mod">
          <ac:chgData name="Kirti Kadam" userId="5a54ccf100b122ac" providerId="LiveId" clId="{2F867012-B59E-44FB-A630-4EE19378C6DE}" dt="2026-07-01T18:09:34.019" v="159" actId="1076"/>
          <ac:spMkLst>
            <pc:docMk/>
            <pc:sldMk cId="2102598795" sldId="265"/>
            <ac:spMk id="3" creationId="{74B36EFE-0F5A-6FAF-0A92-F0FD089E794C}"/>
          </ac:spMkLst>
        </pc:spChg>
        <pc:spChg chg="add mod">
          <ac:chgData name="Kirti Kadam" userId="5a54ccf100b122ac" providerId="LiveId" clId="{2F867012-B59E-44FB-A630-4EE19378C6DE}" dt="2026-07-01T19:36:54.714" v="1167" actId="12"/>
          <ac:spMkLst>
            <pc:docMk/>
            <pc:sldMk cId="2102598795" sldId="265"/>
            <ac:spMk id="4" creationId="{C0976BE8-B062-70A9-C3B8-83AC601E2352}"/>
          </ac:spMkLst>
        </pc:spChg>
        <pc:cxnChg chg="add mod">
          <ac:chgData name="Kirti Kadam" userId="5a54ccf100b122ac" providerId="LiveId" clId="{2F867012-B59E-44FB-A630-4EE19378C6DE}" dt="2026-07-01T18:18:23.934" v="291" actId="1076"/>
          <ac:cxnSpMkLst>
            <pc:docMk/>
            <pc:sldMk cId="2102598795" sldId="265"/>
            <ac:cxnSpMk id="5" creationId="{B307701D-95F5-888F-0097-5DCE4777872A}"/>
          </ac:cxnSpMkLst>
        </pc:cxnChg>
      </pc:sldChg>
      <pc:sldChg chg="addSp modSp mod">
        <pc:chgData name="Kirti Kadam" userId="5a54ccf100b122ac" providerId="LiveId" clId="{2F867012-B59E-44FB-A630-4EE19378C6DE}" dt="2026-07-01T19:36:45.905" v="1166" actId="12"/>
        <pc:sldMkLst>
          <pc:docMk/>
          <pc:sldMk cId="3699136956" sldId="266"/>
        </pc:sldMkLst>
        <pc:spChg chg="mod">
          <ac:chgData name="Kirti Kadam" userId="5a54ccf100b122ac" providerId="LiveId" clId="{2F867012-B59E-44FB-A630-4EE19378C6DE}" dt="2026-07-01T18:10:21.151" v="165" actId="1076"/>
          <ac:spMkLst>
            <pc:docMk/>
            <pc:sldMk cId="3699136956" sldId="266"/>
            <ac:spMk id="3" creationId="{F64440DE-C808-FA2D-2045-437E36CA2AC8}"/>
          </ac:spMkLst>
        </pc:spChg>
        <pc:spChg chg="add mod">
          <ac:chgData name="Kirti Kadam" userId="5a54ccf100b122ac" providerId="LiveId" clId="{2F867012-B59E-44FB-A630-4EE19378C6DE}" dt="2026-07-01T19:36:45.905" v="1166" actId="12"/>
          <ac:spMkLst>
            <pc:docMk/>
            <pc:sldMk cId="3699136956" sldId="266"/>
            <ac:spMk id="4" creationId="{89FB76F3-E933-14A2-D5CE-392A1A579351}"/>
          </ac:spMkLst>
        </pc:spChg>
        <pc:cxnChg chg="add mod">
          <ac:chgData name="Kirti Kadam" userId="5a54ccf100b122ac" providerId="LiveId" clId="{2F867012-B59E-44FB-A630-4EE19378C6DE}" dt="2026-07-01T18:18:36.709" v="294" actId="1076"/>
          <ac:cxnSpMkLst>
            <pc:docMk/>
            <pc:sldMk cId="3699136956" sldId="266"/>
            <ac:cxnSpMk id="5" creationId="{860266D7-D8F6-A8D3-0D0E-E75DA022D80E}"/>
          </ac:cxnSpMkLst>
        </pc:cxnChg>
      </pc:sldChg>
      <pc:sldChg chg="addSp modSp mod">
        <pc:chgData name="Kirti Kadam" userId="5a54ccf100b122ac" providerId="LiveId" clId="{2F867012-B59E-44FB-A630-4EE19378C6DE}" dt="2026-07-01T18:18:48.480" v="296" actId="1076"/>
        <pc:sldMkLst>
          <pc:docMk/>
          <pc:sldMk cId="1225714785" sldId="267"/>
        </pc:sldMkLst>
        <pc:spChg chg="mod">
          <ac:chgData name="Kirti Kadam" userId="5a54ccf100b122ac" providerId="LiveId" clId="{2F867012-B59E-44FB-A630-4EE19378C6DE}" dt="2026-07-01T18:11:53.715" v="198" actId="1076"/>
          <ac:spMkLst>
            <pc:docMk/>
            <pc:sldMk cId="1225714785" sldId="267"/>
            <ac:spMk id="3" creationId="{E494449C-8FAD-D549-6C54-82E3AC733E21}"/>
          </ac:spMkLst>
        </pc:spChg>
        <pc:spChg chg="add mod">
          <ac:chgData name="Kirti Kadam" userId="5a54ccf100b122ac" providerId="LiveId" clId="{2F867012-B59E-44FB-A630-4EE19378C6DE}" dt="2026-07-01T18:12:48.383" v="211" actId="20577"/>
          <ac:spMkLst>
            <pc:docMk/>
            <pc:sldMk cId="1225714785" sldId="267"/>
            <ac:spMk id="4" creationId="{AA1F5CFB-2E3F-8F15-09B8-B8E784F58EF6}"/>
          </ac:spMkLst>
        </pc:spChg>
        <pc:cxnChg chg="add mod">
          <ac:chgData name="Kirti Kadam" userId="5a54ccf100b122ac" providerId="LiveId" clId="{2F867012-B59E-44FB-A630-4EE19378C6DE}" dt="2026-07-01T18:18:48.480" v="296" actId="1076"/>
          <ac:cxnSpMkLst>
            <pc:docMk/>
            <pc:sldMk cId="1225714785" sldId="267"/>
            <ac:cxnSpMk id="5" creationId="{94B8C43B-7BD9-CC19-A507-491635AED00B}"/>
          </ac:cxnSpMkLst>
        </pc:cxnChg>
      </pc:sldChg>
      <pc:sldChg chg="addSp modSp mod">
        <pc:chgData name="Kirti Kadam" userId="5a54ccf100b122ac" providerId="LiveId" clId="{2F867012-B59E-44FB-A630-4EE19378C6DE}" dt="2026-07-01T19:36:34.274" v="1165" actId="12"/>
        <pc:sldMkLst>
          <pc:docMk/>
          <pc:sldMk cId="341314084" sldId="268"/>
        </pc:sldMkLst>
        <pc:spChg chg="mod">
          <ac:chgData name="Kirti Kadam" userId="5a54ccf100b122ac" providerId="LiveId" clId="{2F867012-B59E-44FB-A630-4EE19378C6DE}" dt="2026-07-01T18:14:07.238" v="215" actId="1076"/>
          <ac:spMkLst>
            <pc:docMk/>
            <pc:sldMk cId="341314084" sldId="268"/>
            <ac:spMk id="3" creationId="{14B4DA93-B996-0CEB-0E5A-AFD01F8C1E91}"/>
          </ac:spMkLst>
        </pc:spChg>
        <pc:spChg chg="add mod">
          <ac:chgData name="Kirti Kadam" userId="5a54ccf100b122ac" providerId="LiveId" clId="{2F867012-B59E-44FB-A630-4EE19378C6DE}" dt="2026-07-01T19:36:34.274" v="1165" actId="12"/>
          <ac:spMkLst>
            <pc:docMk/>
            <pc:sldMk cId="341314084" sldId="268"/>
            <ac:spMk id="4" creationId="{80E08C21-6FCD-6D44-6826-17A92824F7EA}"/>
          </ac:spMkLst>
        </pc:spChg>
        <pc:cxnChg chg="add mod">
          <ac:chgData name="Kirti Kadam" userId="5a54ccf100b122ac" providerId="LiveId" clId="{2F867012-B59E-44FB-A630-4EE19378C6DE}" dt="2026-07-01T18:19:07.218" v="298" actId="1076"/>
          <ac:cxnSpMkLst>
            <pc:docMk/>
            <pc:sldMk cId="341314084" sldId="268"/>
            <ac:cxnSpMk id="5" creationId="{36089524-74AD-C6AB-8A83-B38FE11B0FB1}"/>
          </ac:cxnSpMkLst>
        </pc:cxnChg>
      </pc:sldChg>
      <pc:sldChg chg="addSp modSp mod">
        <pc:chgData name="Kirti Kadam" userId="5a54ccf100b122ac" providerId="LiveId" clId="{2F867012-B59E-44FB-A630-4EE19378C6DE}" dt="2026-07-01T19:36:25.821" v="1164" actId="12"/>
        <pc:sldMkLst>
          <pc:docMk/>
          <pc:sldMk cId="3191319984" sldId="269"/>
        </pc:sldMkLst>
        <pc:spChg chg="mod">
          <ac:chgData name="Kirti Kadam" userId="5a54ccf100b122ac" providerId="LiveId" clId="{2F867012-B59E-44FB-A630-4EE19378C6DE}" dt="2026-07-01T18:15:29.964" v="240" actId="1076"/>
          <ac:spMkLst>
            <pc:docMk/>
            <pc:sldMk cId="3191319984" sldId="269"/>
            <ac:spMk id="3" creationId="{6B4393FF-1A78-AAF7-502D-778788260113}"/>
          </ac:spMkLst>
        </pc:spChg>
        <pc:spChg chg="add mod">
          <ac:chgData name="Kirti Kadam" userId="5a54ccf100b122ac" providerId="LiveId" clId="{2F867012-B59E-44FB-A630-4EE19378C6DE}" dt="2026-07-01T19:36:25.821" v="1164" actId="12"/>
          <ac:spMkLst>
            <pc:docMk/>
            <pc:sldMk cId="3191319984" sldId="269"/>
            <ac:spMk id="4" creationId="{D68E40C8-DEBA-4E9A-9276-9AD7FC0AC887}"/>
          </ac:spMkLst>
        </pc:spChg>
        <pc:cxnChg chg="add mod">
          <ac:chgData name="Kirti Kadam" userId="5a54ccf100b122ac" providerId="LiveId" clId="{2F867012-B59E-44FB-A630-4EE19378C6DE}" dt="2026-07-01T18:19:17.360" v="300" actId="1076"/>
          <ac:cxnSpMkLst>
            <pc:docMk/>
            <pc:sldMk cId="3191319984" sldId="269"/>
            <ac:cxnSpMk id="5" creationId="{17E13D36-4DF1-7A4D-65FF-39C88EC5DB6D}"/>
          </ac:cxnSpMkLst>
        </pc:cxnChg>
      </pc:sldChg>
      <pc:sldChg chg="addSp modSp mod">
        <pc:chgData name="Kirti Kadam" userId="5a54ccf100b122ac" providerId="LiveId" clId="{2F867012-B59E-44FB-A630-4EE19378C6DE}" dt="2026-07-01T19:36:14.855" v="1163" actId="12"/>
        <pc:sldMkLst>
          <pc:docMk/>
          <pc:sldMk cId="952884493" sldId="270"/>
        </pc:sldMkLst>
        <pc:spChg chg="mod">
          <ac:chgData name="Kirti Kadam" userId="5a54ccf100b122ac" providerId="LiveId" clId="{2F867012-B59E-44FB-A630-4EE19378C6DE}" dt="2026-07-01T18:16:48.713" v="265" actId="1076"/>
          <ac:spMkLst>
            <pc:docMk/>
            <pc:sldMk cId="952884493" sldId="270"/>
            <ac:spMk id="3" creationId="{132016C0-4041-4E1D-53A8-8406C85EC74C}"/>
          </ac:spMkLst>
        </pc:spChg>
        <pc:spChg chg="add mod">
          <ac:chgData name="Kirti Kadam" userId="5a54ccf100b122ac" providerId="LiveId" clId="{2F867012-B59E-44FB-A630-4EE19378C6DE}" dt="2026-07-01T19:36:14.855" v="1163" actId="12"/>
          <ac:spMkLst>
            <pc:docMk/>
            <pc:sldMk cId="952884493" sldId="270"/>
            <ac:spMk id="4" creationId="{0AAEA4B2-8E02-2C6E-7947-6C987ADE9C8E}"/>
          </ac:spMkLst>
        </pc:spChg>
        <pc:cxnChg chg="add mod">
          <ac:chgData name="Kirti Kadam" userId="5a54ccf100b122ac" providerId="LiveId" clId="{2F867012-B59E-44FB-A630-4EE19378C6DE}" dt="2026-07-01T18:19:26.019" v="302" actId="1076"/>
          <ac:cxnSpMkLst>
            <pc:docMk/>
            <pc:sldMk cId="952884493" sldId="270"/>
            <ac:cxnSpMk id="5" creationId="{508FBF7F-1A4C-32B5-14E0-E6B95EFE65DD}"/>
          </ac:cxnSpMkLst>
        </pc:cxnChg>
      </pc:sldChg>
      <pc:sldChg chg="addSp delSp modSp mod">
        <pc:chgData name="Kirti Kadam" userId="5a54ccf100b122ac" providerId="LiveId" clId="{2F867012-B59E-44FB-A630-4EE19378C6DE}" dt="2026-07-01T19:52:58.790" v="1255" actId="21"/>
        <pc:sldMkLst>
          <pc:docMk/>
          <pc:sldMk cId="2115824903" sldId="271"/>
        </pc:sldMkLst>
        <pc:spChg chg="mod">
          <ac:chgData name="Kirti Kadam" userId="5a54ccf100b122ac" providerId="LiveId" clId="{2F867012-B59E-44FB-A630-4EE19378C6DE}" dt="2026-07-01T19:01:42.657" v="801" actId="113"/>
          <ac:spMkLst>
            <pc:docMk/>
            <pc:sldMk cId="2115824903" sldId="271"/>
            <ac:spMk id="2" creationId="{AB36B44A-432E-4DAC-BFBE-2ED9B776FF15}"/>
          </ac:spMkLst>
        </pc:spChg>
        <pc:spChg chg="del mod">
          <ac:chgData name="Kirti Kadam" userId="5a54ccf100b122ac" providerId="LiveId" clId="{2F867012-B59E-44FB-A630-4EE19378C6DE}" dt="2026-07-01T18:32:52.619" v="344" actId="21"/>
          <ac:spMkLst>
            <pc:docMk/>
            <pc:sldMk cId="2115824903" sldId="271"/>
            <ac:spMk id="3" creationId="{E1825025-31A5-C5FF-F66F-98CC09E38E8A}"/>
          </ac:spMkLst>
        </pc:spChg>
        <pc:spChg chg="add mod">
          <ac:chgData name="Kirti Kadam" userId="5a54ccf100b122ac" providerId="LiveId" clId="{2F867012-B59E-44FB-A630-4EE19378C6DE}" dt="2026-07-01T19:39:32.051" v="1175" actId="207"/>
          <ac:spMkLst>
            <pc:docMk/>
            <pc:sldMk cId="2115824903" sldId="271"/>
            <ac:spMk id="4" creationId="{C5CECB36-CF48-7982-06BE-812921C4C4DF}"/>
          </ac:spMkLst>
        </pc:spChg>
        <pc:spChg chg="add mod">
          <ac:chgData name="Kirti Kadam" userId="5a54ccf100b122ac" providerId="LiveId" clId="{2F867012-B59E-44FB-A630-4EE19378C6DE}" dt="2026-07-01T19:40:35.552" v="1181" actId="207"/>
          <ac:spMkLst>
            <pc:docMk/>
            <pc:sldMk cId="2115824903" sldId="271"/>
            <ac:spMk id="5" creationId="{507D8DB3-1342-3E16-6805-ACFCACBC95F5}"/>
          </ac:spMkLst>
        </pc:spChg>
        <pc:spChg chg="add mod">
          <ac:chgData name="Kirti Kadam" userId="5a54ccf100b122ac" providerId="LiveId" clId="{2F867012-B59E-44FB-A630-4EE19378C6DE}" dt="2026-07-01T19:41:08.235" v="1185" actId="207"/>
          <ac:spMkLst>
            <pc:docMk/>
            <pc:sldMk cId="2115824903" sldId="271"/>
            <ac:spMk id="6" creationId="{6E170B74-BD6F-8FB1-124E-18A5B0BAD8D3}"/>
          </ac:spMkLst>
        </pc:spChg>
        <pc:spChg chg="add del mod">
          <ac:chgData name="Kirti Kadam" userId="5a54ccf100b122ac" providerId="LiveId" clId="{2F867012-B59E-44FB-A630-4EE19378C6DE}" dt="2026-07-01T18:55:31.214" v="683" actId="478"/>
          <ac:spMkLst>
            <pc:docMk/>
            <pc:sldMk cId="2115824903" sldId="271"/>
            <ac:spMk id="7" creationId="{36BC75E0-A958-262C-B169-904BE47CFB37}"/>
          </ac:spMkLst>
        </pc:spChg>
        <pc:spChg chg="add mod">
          <ac:chgData name="Kirti Kadam" userId="5a54ccf100b122ac" providerId="LiveId" clId="{2F867012-B59E-44FB-A630-4EE19378C6DE}" dt="2026-07-01T18:35:27.636" v="391" actId="255"/>
          <ac:spMkLst>
            <pc:docMk/>
            <pc:sldMk cId="2115824903" sldId="271"/>
            <ac:spMk id="8" creationId="{4325986E-E963-9867-A7ED-428F355C6978}"/>
          </ac:spMkLst>
        </pc:spChg>
        <pc:spChg chg="add mod">
          <ac:chgData name="Kirti Kadam" userId="5a54ccf100b122ac" providerId="LiveId" clId="{2F867012-B59E-44FB-A630-4EE19378C6DE}" dt="2026-07-01T19:39:53.955" v="1178" actId="207"/>
          <ac:spMkLst>
            <pc:docMk/>
            <pc:sldMk cId="2115824903" sldId="271"/>
            <ac:spMk id="9" creationId="{E2E37F87-D514-52D9-5DC3-8CEDFD20F659}"/>
          </ac:spMkLst>
        </pc:spChg>
        <pc:spChg chg="add mod">
          <ac:chgData name="Kirti Kadam" userId="5a54ccf100b122ac" providerId="LiveId" clId="{2F867012-B59E-44FB-A630-4EE19378C6DE}" dt="2026-07-01T19:40:06.400" v="1179" actId="207"/>
          <ac:spMkLst>
            <pc:docMk/>
            <pc:sldMk cId="2115824903" sldId="271"/>
            <ac:spMk id="10" creationId="{8749FD9F-6F9B-C125-2AE3-A0096ADB9B42}"/>
          </ac:spMkLst>
        </pc:spChg>
        <pc:spChg chg="add mod">
          <ac:chgData name="Kirti Kadam" userId="5a54ccf100b122ac" providerId="LiveId" clId="{2F867012-B59E-44FB-A630-4EE19378C6DE}" dt="2026-07-01T19:40:14.004" v="1180" actId="207"/>
          <ac:spMkLst>
            <pc:docMk/>
            <pc:sldMk cId="2115824903" sldId="271"/>
            <ac:spMk id="11" creationId="{E337A48E-8AF4-AB10-A142-7148252480F0}"/>
          </ac:spMkLst>
        </pc:spChg>
        <pc:spChg chg="add mod">
          <ac:chgData name="Kirti Kadam" userId="5a54ccf100b122ac" providerId="LiveId" clId="{2F867012-B59E-44FB-A630-4EE19378C6DE}" dt="2026-07-01T19:42:03.575" v="1189" actId="207"/>
          <ac:spMkLst>
            <pc:docMk/>
            <pc:sldMk cId="2115824903" sldId="271"/>
            <ac:spMk id="12" creationId="{DAAC4E81-6F5C-8228-473A-B21134A7D712}"/>
          </ac:spMkLst>
        </pc:spChg>
        <pc:spChg chg="add mod">
          <ac:chgData name="Kirti Kadam" userId="5a54ccf100b122ac" providerId="LiveId" clId="{2F867012-B59E-44FB-A630-4EE19378C6DE}" dt="2026-07-01T19:39:46.571" v="1177" actId="207"/>
          <ac:spMkLst>
            <pc:docMk/>
            <pc:sldMk cId="2115824903" sldId="271"/>
            <ac:spMk id="13" creationId="{95B9C1B2-1F83-527B-912E-ACBEB47649E1}"/>
          </ac:spMkLst>
        </pc:spChg>
        <pc:spChg chg="add mod">
          <ac:chgData name="Kirti Kadam" userId="5a54ccf100b122ac" providerId="LiveId" clId="{2F867012-B59E-44FB-A630-4EE19378C6DE}" dt="2026-07-01T18:49:35.412" v="625" actId="20577"/>
          <ac:spMkLst>
            <pc:docMk/>
            <pc:sldMk cId="2115824903" sldId="271"/>
            <ac:spMk id="14" creationId="{92588CA7-FEB9-0F9B-43A2-BEFE9B095C2C}"/>
          </ac:spMkLst>
        </pc:spChg>
        <pc:spChg chg="add mod">
          <ac:chgData name="Kirti Kadam" userId="5a54ccf100b122ac" providerId="LiveId" clId="{2F867012-B59E-44FB-A630-4EE19378C6DE}" dt="2026-07-01T18:42:51.041" v="472" actId="1076"/>
          <ac:spMkLst>
            <pc:docMk/>
            <pc:sldMk cId="2115824903" sldId="271"/>
            <ac:spMk id="15" creationId="{90D93F22-698D-E804-07E5-565EEFE0CE1C}"/>
          </ac:spMkLst>
        </pc:spChg>
        <pc:spChg chg="add mod ord">
          <ac:chgData name="Kirti Kadam" userId="5a54ccf100b122ac" providerId="LiveId" clId="{2F867012-B59E-44FB-A630-4EE19378C6DE}" dt="2026-07-01T18:54:39.743" v="677" actId="1076"/>
          <ac:spMkLst>
            <pc:docMk/>
            <pc:sldMk cId="2115824903" sldId="271"/>
            <ac:spMk id="16" creationId="{DC0584F1-4FE3-2BC9-1928-0FE2B830EDD2}"/>
          </ac:spMkLst>
        </pc:spChg>
        <pc:spChg chg="add mod">
          <ac:chgData name="Kirti Kadam" userId="5a54ccf100b122ac" providerId="LiveId" clId="{2F867012-B59E-44FB-A630-4EE19378C6DE}" dt="2026-07-01T19:40:42.369" v="1182" actId="207"/>
          <ac:spMkLst>
            <pc:docMk/>
            <pc:sldMk cId="2115824903" sldId="271"/>
            <ac:spMk id="17" creationId="{CF9757A7-698A-9404-F48C-AA431552B471}"/>
          </ac:spMkLst>
        </pc:spChg>
        <pc:spChg chg="add mod">
          <ac:chgData name="Kirti Kadam" userId="5a54ccf100b122ac" providerId="LiveId" clId="{2F867012-B59E-44FB-A630-4EE19378C6DE}" dt="2026-07-01T19:42:07.736" v="1190" actId="207"/>
          <ac:spMkLst>
            <pc:docMk/>
            <pc:sldMk cId="2115824903" sldId="271"/>
            <ac:spMk id="18" creationId="{E163CC36-1F2E-50F4-2A2F-4BE18611F27B}"/>
          </ac:spMkLst>
        </pc:spChg>
        <pc:spChg chg="add mod">
          <ac:chgData name="Kirti Kadam" userId="5a54ccf100b122ac" providerId="LiveId" clId="{2F867012-B59E-44FB-A630-4EE19378C6DE}" dt="2026-07-01T19:40:48.267" v="1183" actId="207"/>
          <ac:spMkLst>
            <pc:docMk/>
            <pc:sldMk cId="2115824903" sldId="271"/>
            <ac:spMk id="19" creationId="{B0466320-C5DD-C6C3-5C92-A2E076E75947}"/>
          </ac:spMkLst>
        </pc:spChg>
        <pc:spChg chg="add mod">
          <ac:chgData name="Kirti Kadam" userId="5a54ccf100b122ac" providerId="LiveId" clId="{2F867012-B59E-44FB-A630-4EE19378C6DE}" dt="2026-07-01T19:40:57.920" v="1184" actId="207"/>
          <ac:spMkLst>
            <pc:docMk/>
            <pc:sldMk cId="2115824903" sldId="271"/>
            <ac:spMk id="20" creationId="{2594D699-3770-9F51-1912-D92F7D8BD846}"/>
          </ac:spMkLst>
        </pc:spChg>
        <pc:spChg chg="add mod">
          <ac:chgData name="Kirti Kadam" userId="5a54ccf100b122ac" providerId="LiveId" clId="{2F867012-B59E-44FB-A630-4EE19378C6DE}" dt="2026-07-01T19:42:11.913" v="1191" actId="207"/>
          <ac:spMkLst>
            <pc:docMk/>
            <pc:sldMk cId="2115824903" sldId="271"/>
            <ac:spMk id="21" creationId="{4C097452-1A6D-1E8C-7632-5582DF091DF7}"/>
          </ac:spMkLst>
        </pc:spChg>
        <pc:spChg chg="add del mod">
          <ac:chgData name="Kirti Kadam" userId="5a54ccf100b122ac" providerId="LiveId" clId="{2F867012-B59E-44FB-A630-4EE19378C6DE}" dt="2026-07-01T19:52:58.790" v="1255" actId="21"/>
          <ac:spMkLst>
            <pc:docMk/>
            <pc:sldMk cId="2115824903" sldId="271"/>
            <ac:spMk id="22" creationId="{1F2C52D7-3A15-8FA5-37D8-F9E18A2D6DF4}"/>
          </ac:spMkLst>
        </pc:spChg>
        <pc:spChg chg="add mod">
          <ac:chgData name="Kirti Kadam" userId="5a54ccf100b122ac" providerId="LiveId" clId="{2F867012-B59E-44FB-A630-4EE19378C6DE}" dt="2026-07-01T19:41:31.781" v="1187" actId="207"/>
          <ac:spMkLst>
            <pc:docMk/>
            <pc:sldMk cId="2115824903" sldId="271"/>
            <ac:spMk id="23" creationId="{D42B8CBF-9E8E-B630-C819-190D19C82339}"/>
          </ac:spMkLst>
        </pc:spChg>
        <pc:spChg chg="add mod">
          <ac:chgData name="Kirti Kadam" userId="5a54ccf100b122ac" providerId="LiveId" clId="{2F867012-B59E-44FB-A630-4EE19378C6DE}" dt="2026-07-01T19:41:16.824" v="1186" actId="207"/>
          <ac:spMkLst>
            <pc:docMk/>
            <pc:sldMk cId="2115824903" sldId="271"/>
            <ac:spMk id="24" creationId="{72A67802-E00A-8AF3-B7EE-BA68E1F055DD}"/>
          </ac:spMkLst>
        </pc:spChg>
        <pc:spChg chg="add mod">
          <ac:chgData name="Kirti Kadam" userId="5a54ccf100b122ac" providerId="LiveId" clId="{2F867012-B59E-44FB-A630-4EE19378C6DE}" dt="2026-07-01T18:51:18.263" v="639" actId="1076"/>
          <ac:spMkLst>
            <pc:docMk/>
            <pc:sldMk cId="2115824903" sldId="271"/>
            <ac:spMk id="25" creationId="{024E852B-0217-3A75-4986-F8F7DC2E8FC1}"/>
          </ac:spMkLst>
        </pc:spChg>
        <pc:spChg chg="add mod">
          <ac:chgData name="Kirti Kadam" userId="5a54ccf100b122ac" providerId="LiveId" clId="{2F867012-B59E-44FB-A630-4EE19378C6DE}" dt="2026-07-01T18:46:54.082" v="585" actId="20577"/>
          <ac:spMkLst>
            <pc:docMk/>
            <pc:sldMk cId="2115824903" sldId="271"/>
            <ac:spMk id="26" creationId="{EE1376F1-73C3-7033-BD71-89ABC9169603}"/>
          </ac:spMkLst>
        </pc:spChg>
        <pc:spChg chg="add mod">
          <ac:chgData name="Kirti Kadam" userId="5a54ccf100b122ac" providerId="LiveId" clId="{2F867012-B59E-44FB-A630-4EE19378C6DE}" dt="2026-07-01T18:53:08.605" v="668" actId="20577"/>
          <ac:spMkLst>
            <pc:docMk/>
            <pc:sldMk cId="2115824903" sldId="271"/>
            <ac:spMk id="27" creationId="{814AF68E-F332-9BAF-0785-6FBB29638D0D}"/>
          </ac:spMkLst>
        </pc:spChg>
        <pc:spChg chg="add mod">
          <ac:chgData name="Kirti Kadam" userId="5a54ccf100b122ac" providerId="LiveId" clId="{2F867012-B59E-44FB-A630-4EE19378C6DE}" dt="2026-07-01T18:48:34.071" v="602" actId="1076"/>
          <ac:spMkLst>
            <pc:docMk/>
            <pc:sldMk cId="2115824903" sldId="271"/>
            <ac:spMk id="28" creationId="{389E9635-F06F-C50B-F1B7-A71A4D128B6C}"/>
          </ac:spMkLst>
        </pc:spChg>
        <pc:spChg chg="add mod">
          <ac:chgData name="Kirti Kadam" userId="5a54ccf100b122ac" providerId="LiveId" clId="{2F867012-B59E-44FB-A630-4EE19378C6DE}" dt="2026-07-01T18:50:24.826" v="632" actId="20577"/>
          <ac:spMkLst>
            <pc:docMk/>
            <pc:sldMk cId="2115824903" sldId="271"/>
            <ac:spMk id="29" creationId="{21F20825-2348-C886-245C-17FD9EA36C5B}"/>
          </ac:spMkLst>
        </pc:spChg>
        <pc:spChg chg="add mod">
          <ac:chgData name="Kirti Kadam" userId="5a54ccf100b122ac" providerId="LiveId" clId="{2F867012-B59E-44FB-A630-4EE19378C6DE}" dt="2026-07-01T18:51:12.226" v="638" actId="1076"/>
          <ac:spMkLst>
            <pc:docMk/>
            <pc:sldMk cId="2115824903" sldId="271"/>
            <ac:spMk id="30" creationId="{EA2C6016-C338-B943-FA84-500E627DA4C6}"/>
          </ac:spMkLst>
        </pc:spChg>
        <pc:spChg chg="add mod">
          <ac:chgData name="Kirti Kadam" userId="5a54ccf100b122ac" providerId="LiveId" clId="{2F867012-B59E-44FB-A630-4EE19378C6DE}" dt="2026-07-01T18:50:53.542" v="636" actId="1076"/>
          <ac:spMkLst>
            <pc:docMk/>
            <pc:sldMk cId="2115824903" sldId="271"/>
            <ac:spMk id="31" creationId="{028B8DEC-525C-4469-7F14-C5D37E7F5CC5}"/>
          </ac:spMkLst>
        </pc:spChg>
        <pc:spChg chg="add mod">
          <ac:chgData name="Kirti Kadam" userId="5a54ccf100b122ac" providerId="LiveId" clId="{2F867012-B59E-44FB-A630-4EE19378C6DE}" dt="2026-07-01T18:51:34.772" v="653" actId="20577"/>
          <ac:spMkLst>
            <pc:docMk/>
            <pc:sldMk cId="2115824903" sldId="271"/>
            <ac:spMk id="32" creationId="{C501C612-1F9B-0C0D-16F5-01F1E90B6430}"/>
          </ac:spMkLst>
        </pc:spChg>
        <pc:spChg chg="add mod">
          <ac:chgData name="Kirti Kadam" userId="5a54ccf100b122ac" providerId="LiveId" clId="{2F867012-B59E-44FB-A630-4EE19378C6DE}" dt="2026-07-01T19:02:50.739" v="811" actId="20577"/>
          <ac:spMkLst>
            <pc:docMk/>
            <pc:sldMk cId="2115824903" sldId="271"/>
            <ac:spMk id="33" creationId="{16081184-BBC8-C183-CE1E-578C60EA3647}"/>
          </ac:spMkLst>
        </pc:spChg>
        <pc:spChg chg="add del mod">
          <ac:chgData name="Kirti Kadam" userId="5a54ccf100b122ac" providerId="LiveId" clId="{2F867012-B59E-44FB-A630-4EE19378C6DE}" dt="2026-07-01T19:02:42.591" v="807" actId="21"/>
          <ac:spMkLst>
            <pc:docMk/>
            <pc:sldMk cId="2115824903" sldId="271"/>
            <ac:spMk id="34" creationId="{C6941CED-7591-E72D-433B-88C262606EE8}"/>
          </ac:spMkLst>
        </pc:spChg>
      </pc:sldChg>
      <pc:sldChg chg="addSp delSp modSp new mod ord">
        <pc:chgData name="Kirti Kadam" userId="5a54ccf100b122ac" providerId="LiveId" clId="{2F867012-B59E-44FB-A630-4EE19378C6DE}" dt="2026-07-01T19:43:21.767" v="1197" actId="207"/>
        <pc:sldMkLst>
          <pc:docMk/>
          <pc:sldMk cId="2485929197" sldId="272"/>
        </pc:sldMkLst>
        <pc:spChg chg="del">
          <ac:chgData name="Kirti Kadam" userId="5a54ccf100b122ac" providerId="LiveId" clId="{2F867012-B59E-44FB-A630-4EE19378C6DE}" dt="2026-07-01T18:55:08.446" v="679" actId="21"/>
          <ac:spMkLst>
            <pc:docMk/>
            <pc:sldMk cId="2485929197" sldId="272"/>
            <ac:spMk id="2" creationId="{9811D5B6-0D97-B08A-DED0-A229FAFAF204}"/>
          </ac:spMkLst>
        </pc:spChg>
        <pc:spChg chg="del mod">
          <ac:chgData name="Kirti Kadam" userId="5a54ccf100b122ac" providerId="LiveId" clId="{2F867012-B59E-44FB-A630-4EE19378C6DE}" dt="2026-07-01T18:55:21.816" v="681" actId="21"/>
          <ac:spMkLst>
            <pc:docMk/>
            <pc:sldMk cId="2485929197" sldId="272"/>
            <ac:spMk id="3" creationId="{4D905F67-A7AE-54E2-A3DE-5024FD05D612}"/>
          </ac:spMkLst>
        </pc:spChg>
        <pc:spChg chg="add mod">
          <ac:chgData name="Kirti Kadam" userId="5a54ccf100b122ac" providerId="LiveId" clId="{2F867012-B59E-44FB-A630-4EE19378C6DE}" dt="2026-07-01T19:42:39.820" v="1192" actId="207"/>
          <ac:spMkLst>
            <pc:docMk/>
            <pc:sldMk cId="2485929197" sldId="272"/>
            <ac:spMk id="4" creationId="{60BFBA00-1082-120A-D5DD-3FEBFB28ABE6}"/>
          </ac:spMkLst>
        </pc:spChg>
        <pc:spChg chg="add mod">
          <ac:chgData name="Kirti Kadam" userId="5a54ccf100b122ac" providerId="LiveId" clId="{2F867012-B59E-44FB-A630-4EE19378C6DE}" dt="2026-07-01T19:42:48.222" v="1193" actId="207"/>
          <ac:spMkLst>
            <pc:docMk/>
            <pc:sldMk cId="2485929197" sldId="272"/>
            <ac:spMk id="5" creationId="{B4ED6B20-5C83-1AEC-B718-ABF0FA0F0E75}"/>
          </ac:spMkLst>
        </pc:spChg>
        <pc:spChg chg="add mod">
          <ac:chgData name="Kirti Kadam" userId="5a54ccf100b122ac" providerId="LiveId" clId="{2F867012-B59E-44FB-A630-4EE19378C6DE}" dt="2026-07-01T19:42:54.219" v="1194" actId="207"/>
          <ac:spMkLst>
            <pc:docMk/>
            <pc:sldMk cId="2485929197" sldId="272"/>
            <ac:spMk id="6" creationId="{F92989BC-D4B2-7CC7-C451-C26ECC6864E0}"/>
          </ac:spMkLst>
        </pc:spChg>
        <pc:spChg chg="add mod">
          <ac:chgData name="Kirti Kadam" userId="5a54ccf100b122ac" providerId="LiveId" clId="{2F867012-B59E-44FB-A630-4EE19378C6DE}" dt="2026-07-01T19:43:00.582" v="1195" actId="207"/>
          <ac:spMkLst>
            <pc:docMk/>
            <pc:sldMk cId="2485929197" sldId="272"/>
            <ac:spMk id="7" creationId="{2652BC4E-2818-8C51-0CA5-1C4000D59ABE}"/>
          </ac:spMkLst>
        </pc:spChg>
        <pc:spChg chg="add mod">
          <ac:chgData name="Kirti Kadam" userId="5a54ccf100b122ac" providerId="LiveId" clId="{2F867012-B59E-44FB-A630-4EE19378C6DE}" dt="2026-07-01T19:43:21.767" v="1197" actId="207"/>
          <ac:spMkLst>
            <pc:docMk/>
            <pc:sldMk cId="2485929197" sldId="272"/>
            <ac:spMk id="8" creationId="{0757BE54-8DF9-5748-DED5-95221AA22E55}"/>
          </ac:spMkLst>
        </pc:spChg>
        <pc:spChg chg="add mod">
          <ac:chgData name="Kirti Kadam" userId="5a54ccf100b122ac" providerId="LiveId" clId="{2F867012-B59E-44FB-A630-4EE19378C6DE}" dt="2026-07-01T18:57:54.314" v="724" actId="1076"/>
          <ac:spMkLst>
            <pc:docMk/>
            <pc:sldMk cId="2485929197" sldId="272"/>
            <ac:spMk id="9" creationId="{1464BEBF-3D6C-48C6-E9E9-BABBCD38A1EB}"/>
          </ac:spMkLst>
        </pc:spChg>
        <pc:spChg chg="add mod">
          <ac:chgData name="Kirti Kadam" userId="5a54ccf100b122ac" providerId="LiveId" clId="{2F867012-B59E-44FB-A630-4EE19378C6DE}" dt="2026-07-01T19:01:23.107" v="799" actId="20577"/>
          <ac:spMkLst>
            <pc:docMk/>
            <pc:sldMk cId="2485929197" sldId="272"/>
            <ac:spMk id="10" creationId="{BABA9B58-3978-7F3B-A111-00DD1AEBC1A8}"/>
          </ac:spMkLst>
        </pc:spChg>
        <pc:spChg chg="add mod">
          <ac:chgData name="Kirti Kadam" userId="5a54ccf100b122ac" providerId="LiveId" clId="{2F867012-B59E-44FB-A630-4EE19378C6DE}" dt="2026-07-01T18:59:50.426" v="757" actId="1076"/>
          <ac:spMkLst>
            <pc:docMk/>
            <pc:sldMk cId="2485929197" sldId="272"/>
            <ac:spMk id="11" creationId="{6B73B8DB-8031-430D-D7BF-5A177E1C7859}"/>
          </ac:spMkLst>
        </pc:spChg>
        <pc:spChg chg="add mod">
          <ac:chgData name="Kirti Kadam" userId="5a54ccf100b122ac" providerId="LiveId" clId="{2F867012-B59E-44FB-A630-4EE19378C6DE}" dt="2026-07-01T19:00:52.837" v="770" actId="1076"/>
          <ac:spMkLst>
            <pc:docMk/>
            <pc:sldMk cId="2485929197" sldId="272"/>
            <ac:spMk id="12" creationId="{A52978B7-C206-99D3-9F4F-3C36522D42A6}"/>
          </ac:spMkLst>
        </pc:spChg>
        <pc:spChg chg="add mod">
          <ac:chgData name="Kirti Kadam" userId="5a54ccf100b122ac" providerId="LiveId" clId="{2F867012-B59E-44FB-A630-4EE19378C6DE}" dt="2026-07-01T18:58:53.470" v="742" actId="1076"/>
          <ac:spMkLst>
            <pc:docMk/>
            <pc:sldMk cId="2485929197" sldId="272"/>
            <ac:spMk id="13" creationId="{96B1AF12-133E-D2AD-8A81-3BC7512E7666}"/>
          </ac:spMkLst>
        </pc:spChg>
      </pc:sldChg>
      <pc:sldChg chg="addSp delSp modSp new mod">
        <pc:chgData name="Kirti Kadam" userId="5a54ccf100b122ac" providerId="LiveId" clId="{2F867012-B59E-44FB-A630-4EE19378C6DE}" dt="2026-07-01T19:47:45.870" v="1230" actId="207"/>
        <pc:sldMkLst>
          <pc:docMk/>
          <pc:sldMk cId="120045144" sldId="273"/>
        </pc:sldMkLst>
        <pc:spChg chg="mod">
          <ac:chgData name="Kirti Kadam" userId="5a54ccf100b122ac" providerId="LiveId" clId="{2F867012-B59E-44FB-A630-4EE19378C6DE}" dt="2026-07-01T19:35:59.287" v="1162" actId="113"/>
          <ac:spMkLst>
            <pc:docMk/>
            <pc:sldMk cId="120045144" sldId="273"/>
            <ac:spMk id="2" creationId="{802D3E18-527C-D41C-DC9C-3C2C2E093F1C}"/>
          </ac:spMkLst>
        </pc:spChg>
        <pc:spChg chg="del mod">
          <ac:chgData name="Kirti Kadam" userId="5a54ccf100b122ac" providerId="LiveId" clId="{2F867012-B59E-44FB-A630-4EE19378C6DE}" dt="2026-07-01T19:04:24.833" v="861" actId="21"/>
          <ac:spMkLst>
            <pc:docMk/>
            <pc:sldMk cId="120045144" sldId="273"/>
            <ac:spMk id="3" creationId="{4B4B6F45-2D59-B36D-3967-546AFF49AC53}"/>
          </ac:spMkLst>
        </pc:spChg>
        <pc:spChg chg="add mod">
          <ac:chgData name="Kirti Kadam" userId="5a54ccf100b122ac" providerId="LiveId" clId="{2F867012-B59E-44FB-A630-4EE19378C6DE}" dt="2026-07-01T19:45:25.875" v="1209" actId="207"/>
          <ac:spMkLst>
            <pc:docMk/>
            <pc:sldMk cId="120045144" sldId="273"/>
            <ac:spMk id="4" creationId="{BC1AF71B-2795-5AFA-42AB-B1CFBBA71C81}"/>
          </ac:spMkLst>
        </pc:spChg>
        <pc:spChg chg="add mod">
          <ac:chgData name="Kirti Kadam" userId="5a54ccf100b122ac" providerId="LiveId" clId="{2F867012-B59E-44FB-A630-4EE19378C6DE}" dt="2026-07-01T19:21:16.382" v="1030" actId="1076"/>
          <ac:spMkLst>
            <pc:docMk/>
            <pc:sldMk cId="120045144" sldId="273"/>
            <ac:spMk id="5" creationId="{2463B2CD-970F-DA1A-BCE4-30F87352D7CC}"/>
          </ac:spMkLst>
        </pc:spChg>
        <pc:spChg chg="add mod">
          <ac:chgData name="Kirti Kadam" userId="5a54ccf100b122ac" providerId="LiveId" clId="{2F867012-B59E-44FB-A630-4EE19378C6DE}" dt="2026-07-01T19:07:22.757" v="880" actId="767"/>
          <ac:spMkLst>
            <pc:docMk/>
            <pc:sldMk cId="120045144" sldId="273"/>
            <ac:spMk id="6" creationId="{8C63A74F-A896-401E-05D0-5AFB8836C05C}"/>
          </ac:spMkLst>
        </pc:spChg>
        <pc:spChg chg="add del">
          <ac:chgData name="Kirti Kadam" userId="5a54ccf100b122ac" providerId="LiveId" clId="{2F867012-B59E-44FB-A630-4EE19378C6DE}" dt="2026-07-01T19:17:03.963" v="961" actId="478"/>
          <ac:spMkLst>
            <pc:docMk/>
            <pc:sldMk cId="120045144" sldId="273"/>
            <ac:spMk id="7" creationId="{ABFF37B1-7D69-DE04-79D3-D174269C25C0}"/>
          </ac:spMkLst>
        </pc:spChg>
        <pc:spChg chg="add del mod">
          <ac:chgData name="Kirti Kadam" userId="5a54ccf100b122ac" providerId="LiveId" clId="{2F867012-B59E-44FB-A630-4EE19378C6DE}" dt="2026-07-01T19:17:22.079" v="965" actId="478"/>
          <ac:spMkLst>
            <pc:docMk/>
            <pc:sldMk cId="120045144" sldId="273"/>
            <ac:spMk id="8" creationId="{8CADEEB1-0438-7AFB-F3EB-482A8D5694A2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9" creationId="{00151B64-4DAF-7849-E247-2BD131893915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0" creationId="{28E0DA9A-C161-1A80-CC87-3871D023EDDB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1" creationId="{72210A93-F2F2-7A21-1D81-343833BAD1BB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2" creationId="{D2D08305-4519-D134-D43A-00D716E0155D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3" creationId="{96F7878C-CAD7-0596-F002-FB28701DB5A5}"/>
          </ac:spMkLst>
        </pc:spChg>
        <pc:spChg chg="add del mod">
          <ac:chgData name="Kirti Kadam" userId="5a54ccf100b122ac" providerId="LiveId" clId="{2F867012-B59E-44FB-A630-4EE19378C6DE}" dt="2026-07-01T19:17:11.212" v="962" actId="478"/>
          <ac:spMkLst>
            <pc:docMk/>
            <pc:sldMk cId="120045144" sldId="273"/>
            <ac:spMk id="14" creationId="{CD9A5025-443A-106E-0AB6-6A20D40C14E3}"/>
          </ac:spMkLst>
        </pc:spChg>
        <pc:spChg chg="add del mod">
          <ac:chgData name="Kirti Kadam" userId="5a54ccf100b122ac" providerId="LiveId" clId="{2F867012-B59E-44FB-A630-4EE19378C6DE}" dt="2026-07-01T19:17:19.912" v="964" actId="478"/>
          <ac:spMkLst>
            <pc:docMk/>
            <pc:sldMk cId="120045144" sldId="273"/>
            <ac:spMk id="15" creationId="{A44E82DF-C499-5C47-6C95-9F45597D0C9C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6" creationId="{63B1E4CB-F861-A2C5-DA4F-9FDB177EFAFA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7" creationId="{F644017C-82B4-400B-F153-05E51C4FDE72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8" creationId="{C0BA7F85-2774-2119-970E-FBFDB95AAB66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19" creationId="{FBD48D80-D3D9-5FA6-A4F4-F3D0FC5AD466}"/>
          </ac:spMkLst>
        </pc:spChg>
        <pc:spChg chg="add del mod">
          <ac:chgData name="Kirti Kadam" userId="5a54ccf100b122ac" providerId="LiveId" clId="{2F867012-B59E-44FB-A630-4EE19378C6DE}" dt="2026-07-01T19:17:26.763" v="966" actId="478"/>
          <ac:spMkLst>
            <pc:docMk/>
            <pc:sldMk cId="120045144" sldId="273"/>
            <ac:spMk id="20" creationId="{1656EEAE-A68D-4AC3-B7AE-91147490AC5C}"/>
          </ac:spMkLst>
        </pc:spChg>
        <pc:spChg chg="add del mod">
          <ac:chgData name="Kirti Kadam" userId="5a54ccf100b122ac" providerId="LiveId" clId="{2F867012-B59E-44FB-A630-4EE19378C6DE}" dt="2026-07-01T19:20:11.035" v="1011" actId="478"/>
          <ac:spMkLst>
            <pc:docMk/>
            <pc:sldMk cId="120045144" sldId="273"/>
            <ac:spMk id="21" creationId="{1E6CDD52-07A3-8A8F-D3F7-67BC404B9B67}"/>
          </ac:spMkLst>
        </pc:spChg>
        <pc:spChg chg="add mod">
          <ac:chgData name="Kirti Kadam" userId="5a54ccf100b122ac" providerId="LiveId" clId="{2F867012-B59E-44FB-A630-4EE19378C6DE}" dt="2026-07-01T19:46:42.845" v="1219" actId="207"/>
          <ac:spMkLst>
            <pc:docMk/>
            <pc:sldMk cId="120045144" sldId="273"/>
            <ac:spMk id="22" creationId="{50E11AC6-8454-C2A8-FDEB-61750C74E8DD}"/>
          </ac:spMkLst>
        </pc:spChg>
        <pc:spChg chg="add del mod">
          <ac:chgData name="Kirti Kadam" userId="5a54ccf100b122ac" providerId="LiveId" clId="{2F867012-B59E-44FB-A630-4EE19378C6DE}" dt="2026-07-01T19:19:37.343" v="1001" actId="478"/>
          <ac:spMkLst>
            <pc:docMk/>
            <pc:sldMk cId="120045144" sldId="273"/>
            <ac:spMk id="23" creationId="{19F5E0C8-E64F-1616-5C96-8E48C222393E}"/>
          </ac:spMkLst>
        </pc:spChg>
        <pc:spChg chg="add del mod">
          <ac:chgData name="Kirti Kadam" userId="5a54ccf100b122ac" providerId="LiveId" clId="{2F867012-B59E-44FB-A630-4EE19378C6DE}" dt="2026-07-01T19:19:40.060" v="1002" actId="478"/>
          <ac:spMkLst>
            <pc:docMk/>
            <pc:sldMk cId="120045144" sldId="273"/>
            <ac:spMk id="24" creationId="{CA142560-795C-D6A4-055D-E8671F8DEFE2}"/>
          </ac:spMkLst>
        </pc:spChg>
        <pc:spChg chg="add del mod">
          <ac:chgData name="Kirti Kadam" userId="5a54ccf100b122ac" providerId="LiveId" clId="{2F867012-B59E-44FB-A630-4EE19378C6DE}" dt="2026-07-01T19:19:41.868" v="1003" actId="478"/>
          <ac:spMkLst>
            <pc:docMk/>
            <pc:sldMk cId="120045144" sldId="273"/>
            <ac:spMk id="25" creationId="{C012B896-DA70-2F62-4670-30ED48240DF0}"/>
          </ac:spMkLst>
        </pc:spChg>
        <pc:spChg chg="add mod">
          <ac:chgData name="Kirti Kadam" userId="5a54ccf100b122ac" providerId="LiveId" clId="{2F867012-B59E-44FB-A630-4EE19378C6DE}" dt="2026-07-01T19:46:35.712" v="1218" actId="207"/>
          <ac:spMkLst>
            <pc:docMk/>
            <pc:sldMk cId="120045144" sldId="273"/>
            <ac:spMk id="26" creationId="{F3AB7BC2-22C2-4EDD-A073-D1CACC546062}"/>
          </ac:spMkLst>
        </pc:spChg>
        <pc:spChg chg="add mod">
          <ac:chgData name="Kirti Kadam" userId="5a54ccf100b122ac" providerId="LiveId" clId="{2F867012-B59E-44FB-A630-4EE19378C6DE}" dt="2026-07-01T19:46:25.909" v="1215" actId="207"/>
          <ac:spMkLst>
            <pc:docMk/>
            <pc:sldMk cId="120045144" sldId="273"/>
            <ac:spMk id="27" creationId="{76A3A52C-9FED-152F-09F8-527105459AD1}"/>
          </ac:spMkLst>
        </pc:spChg>
        <pc:spChg chg="add mod">
          <ac:chgData name="Kirti Kadam" userId="5a54ccf100b122ac" providerId="LiveId" clId="{2F867012-B59E-44FB-A630-4EE19378C6DE}" dt="2026-07-01T19:46:16.584" v="1214" actId="207"/>
          <ac:spMkLst>
            <pc:docMk/>
            <pc:sldMk cId="120045144" sldId="273"/>
            <ac:spMk id="28" creationId="{09292630-665A-9EB4-2157-E8FA6EDE12EB}"/>
          </ac:spMkLst>
        </pc:spChg>
        <pc:spChg chg="add mod">
          <ac:chgData name="Kirti Kadam" userId="5a54ccf100b122ac" providerId="LiveId" clId="{2F867012-B59E-44FB-A630-4EE19378C6DE}" dt="2026-07-01T19:46:51.049" v="1220" actId="207"/>
          <ac:spMkLst>
            <pc:docMk/>
            <pc:sldMk cId="120045144" sldId="273"/>
            <ac:spMk id="29" creationId="{2573A60E-53C4-9D95-4902-5E5AB7E7CE63}"/>
          </ac:spMkLst>
        </pc:spChg>
        <pc:spChg chg="add mod">
          <ac:chgData name="Kirti Kadam" userId="5a54ccf100b122ac" providerId="LiveId" clId="{2F867012-B59E-44FB-A630-4EE19378C6DE}" dt="2026-07-01T19:47:02.411" v="1222" actId="207"/>
          <ac:spMkLst>
            <pc:docMk/>
            <pc:sldMk cId="120045144" sldId="273"/>
            <ac:spMk id="30" creationId="{50CB6B38-4088-52EE-34CF-4A2BEBB6EE21}"/>
          </ac:spMkLst>
        </pc:spChg>
        <pc:spChg chg="add mod">
          <ac:chgData name="Kirti Kadam" userId="5a54ccf100b122ac" providerId="LiveId" clId="{2F867012-B59E-44FB-A630-4EE19378C6DE}" dt="2026-07-01T19:47:19.124" v="1225" actId="207"/>
          <ac:spMkLst>
            <pc:docMk/>
            <pc:sldMk cId="120045144" sldId="273"/>
            <ac:spMk id="31" creationId="{0E99676A-014C-18E6-7F5F-18AD0BEA91A4}"/>
          </ac:spMkLst>
        </pc:spChg>
        <pc:spChg chg="add mod">
          <ac:chgData name="Kirti Kadam" userId="5a54ccf100b122ac" providerId="LiveId" clId="{2F867012-B59E-44FB-A630-4EE19378C6DE}" dt="2026-07-01T19:47:31.853" v="1227" actId="207"/>
          <ac:spMkLst>
            <pc:docMk/>
            <pc:sldMk cId="120045144" sldId="273"/>
            <ac:spMk id="32" creationId="{6093A287-64C1-67D2-0332-5BD3B8CC5A09}"/>
          </ac:spMkLst>
        </pc:spChg>
        <pc:spChg chg="add mod">
          <ac:chgData name="Kirti Kadam" userId="5a54ccf100b122ac" providerId="LiveId" clId="{2F867012-B59E-44FB-A630-4EE19378C6DE}" dt="2026-07-01T19:47:27.367" v="1226" actId="207"/>
          <ac:spMkLst>
            <pc:docMk/>
            <pc:sldMk cId="120045144" sldId="273"/>
            <ac:spMk id="33" creationId="{957FC099-BDC4-E500-FCBF-56E21C2F0B9B}"/>
          </ac:spMkLst>
        </pc:spChg>
        <pc:spChg chg="add mod">
          <ac:chgData name="Kirti Kadam" userId="5a54ccf100b122ac" providerId="LiveId" clId="{2F867012-B59E-44FB-A630-4EE19378C6DE}" dt="2026-07-01T19:47:37.748" v="1228" actId="207"/>
          <ac:spMkLst>
            <pc:docMk/>
            <pc:sldMk cId="120045144" sldId="273"/>
            <ac:spMk id="34" creationId="{F9045D8D-33A0-5BE2-AEE1-47F0AC546186}"/>
          </ac:spMkLst>
        </pc:spChg>
        <pc:spChg chg="add mod">
          <ac:chgData name="Kirti Kadam" userId="5a54ccf100b122ac" providerId="LiveId" clId="{2F867012-B59E-44FB-A630-4EE19378C6DE}" dt="2026-07-01T19:47:45.870" v="1230" actId="207"/>
          <ac:spMkLst>
            <pc:docMk/>
            <pc:sldMk cId="120045144" sldId="273"/>
            <ac:spMk id="35" creationId="{26598CE4-DBB3-77FA-C235-CA59C24E99C2}"/>
          </ac:spMkLst>
        </pc:spChg>
        <pc:spChg chg="add mod">
          <ac:chgData name="Kirti Kadam" userId="5a54ccf100b122ac" providerId="LiveId" clId="{2F867012-B59E-44FB-A630-4EE19378C6DE}" dt="2026-07-01T19:21:29.561" v="1043" actId="20577"/>
          <ac:spMkLst>
            <pc:docMk/>
            <pc:sldMk cId="120045144" sldId="273"/>
            <ac:spMk id="36" creationId="{784DE3D2-E80D-1176-940A-A673159F38BC}"/>
          </ac:spMkLst>
        </pc:spChg>
        <pc:spChg chg="add del mod">
          <ac:chgData name="Kirti Kadam" userId="5a54ccf100b122ac" providerId="LiveId" clId="{2F867012-B59E-44FB-A630-4EE19378C6DE}" dt="2026-07-01T19:23:32.145" v="1068" actId="21"/>
          <ac:spMkLst>
            <pc:docMk/>
            <pc:sldMk cId="120045144" sldId="273"/>
            <ac:spMk id="37" creationId="{37E50A5F-7B41-65CB-2A88-4E70A20A3699}"/>
          </ac:spMkLst>
        </pc:spChg>
        <pc:spChg chg="add del mod">
          <ac:chgData name="Kirti Kadam" userId="5a54ccf100b122ac" providerId="LiveId" clId="{2F867012-B59E-44FB-A630-4EE19378C6DE}" dt="2026-07-01T19:23:24.643" v="1066" actId="21"/>
          <ac:spMkLst>
            <pc:docMk/>
            <pc:sldMk cId="120045144" sldId="273"/>
            <ac:spMk id="38" creationId="{A30014E4-0801-3E12-D5F1-BD26E761AB5B}"/>
          </ac:spMkLst>
        </pc:spChg>
        <pc:spChg chg="add del mod">
          <ac:chgData name="Kirti Kadam" userId="5a54ccf100b122ac" providerId="LiveId" clId="{2F867012-B59E-44FB-A630-4EE19378C6DE}" dt="2026-07-01T19:23:03.458" v="1062" actId="21"/>
          <ac:spMkLst>
            <pc:docMk/>
            <pc:sldMk cId="120045144" sldId="273"/>
            <ac:spMk id="39" creationId="{426E75A3-BC84-024E-BC38-44CD053DDA0F}"/>
          </ac:spMkLst>
        </pc:spChg>
        <pc:spChg chg="add mod">
          <ac:chgData name="Kirti Kadam" userId="5a54ccf100b122ac" providerId="LiveId" clId="{2F867012-B59E-44FB-A630-4EE19378C6DE}" dt="2026-07-01T19:27:44.197" v="1121" actId="1076"/>
          <ac:spMkLst>
            <pc:docMk/>
            <pc:sldMk cId="120045144" sldId="273"/>
            <ac:spMk id="40" creationId="{00DCFCE6-D96F-6168-3C22-92BE3B908C68}"/>
          </ac:spMkLst>
        </pc:spChg>
        <pc:spChg chg="add mod">
          <ac:chgData name="Kirti Kadam" userId="5a54ccf100b122ac" providerId="LiveId" clId="{2F867012-B59E-44FB-A630-4EE19378C6DE}" dt="2026-07-01T19:24:38.006" v="1079" actId="20577"/>
          <ac:spMkLst>
            <pc:docMk/>
            <pc:sldMk cId="120045144" sldId="273"/>
            <ac:spMk id="41" creationId="{5485A528-99EF-7F2A-A854-2850DD2C4F45}"/>
          </ac:spMkLst>
        </pc:spChg>
        <pc:spChg chg="add mod">
          <ac:chgData name="Kirti Kadam" userId="5a54ccf100b122ac" providerId="LiveId" clId="{2F867012-B59E-44FB-A630-4EE19378C6DE}" dt="2026-07-01T19:27:31.876" v="1120" actId="20577"/>
          <ac:spMkLst>
            <pc:docMk/>
            <pc:sldMk cId="120045144" sldId="273"/>
            <ac:spMk id="42" creationId="{A4C96754-FC9B-4A4B-43DC-2EEA746D3509}"/>
          </ac:spMkLst>
        </pc:spChg>
        <pc:spChg chg="add mod">
          <ac:chgData name="Kirti Kadam" userId="5a54ccf100b122ac" providerId="LiveId" clId="{2F867012-B59E-44FB-A630-4EE19378C6DE}" dt="2026-07-01T19:27:26.199" v="1118" actId="20577"/>
          <ac:spMkLst>
            <pc:docMk/>
            <pc:sldMk cId="120045144" sldId="273"/>
            <ac:spMk id="43" creationId="{73B346F0-A5DB-743F-6A15-ED4514D1A4C8}"/>
          </ac:spMkLst>
        </pc:spChg>
        <pc:spChg chg="add mod">
          <ac:chgData name="Kirti Kadam" userId="5a54ccf100b122ac" providerId="LiveId" clId="{2F867012-B59E-44FB-A630-4EE19378C6DE}" dt="2026-07-01T19:35:16.355" v="1159" actId="1076"/>
          <ac:spMkLst>
            <pc:docMk/>
            <pc:sldMk cId="120045144" sldId="273"/>
            <ac:spMk id="44" creationId="{11F29F8B-2E16-0992-2293-D927F245CA27}"/>
          </ac:spMkLst>
        </pc:spChg>
        <pc:spChg chg="add mod">
          <ac:chgData name="Kirti Kadam" userId="5a54ccf100b122ac" providerId="LiveId" clId="{2F867012-B59E-44FB-A630-4EE19378C6DE}" dt="2026-07-01T19:29:51.619" v="1149" actId="1076"/>
          <ac:spMkLst>
            <pc:docMk/>
            <pc:sldMk cId="120045144" sldId="273"/>
            <ac:spMk id="45" creationId="{0226052C-4CD3-8911-CB8B-9A933C5E2D93}"/>
          </ac:spMkLst>
        </pc:spChg>
        <pc:spChg chg="add mod">
          <ac:chgData name="Kirti Kadam" userId="5a54ccf100b122ac" providerId="LiveId" clId="{2F867012-B59E-44FB-A630-4EE19378C6DE}" dt="2026-07-01T19:29:08.785" v="1142" actId="1076"/>
          <ac:spMkLst>
            <pc:docMk/>
            <pc:sldMk cId="120045144" sldId="273"/>
            <ac:spMk id="46" creationId="{60D3A522-D2FB-575F-4745-146D000D7CB8}"/>
          </ac:spMkLst>
        </pc:spChg>
        <pc:spChg chg="add mod">
          <ac:chgData name="Kirti Kadam" userId="5a54ccf100b122ac" providerId="LiveId" clId="{2F867012-B59E-44FB-A630-4EE19378C6DE}" dt="2026-07-01T19:47:11.090" v="1224" actId="207"/>
          <ac:spMkLst>
            <pc:docMk/>
            <pc:sldMk cId="120045144" sldId="273"/>
            <ac:spMk id="47" creationId="{28F6428B-482E-55CA-7F8F-F4A0C55CA14B}"/>
          </ac:spMkLst>
        </pc:spChg>
        <pc:spChg chg="add mod">
          <ac:chgData name="Kirti Kadam" userId="5a54ccf100b122ac" providerId="LiveId" clId="{2F867012-B59E-44FB-A630-4EE19378C6DE}" dt="2026-07-01T19:34:50.105" v="1158" actId="1076"/>
          <ac:spMkLst>
            <pc:docMk/>
            <pc:sldMk cId="120045144" sldId="273"/>
            <ac:spMk id="48" creationId="{1F5295D1-DFA1-FB4F-E69E-75352A1FDC8D}"/>
          </ac:spMkLst>
        </pc:spChg>
        <pc:spChg chg="add mod">
          <ac:chgData name="Kirti Kadam" userId="5a54ccf100b122ac" providerId="LiveId" clId="{2F867012-B59E-44FB-A630-4EE19378C6DE}" dt="2026-07-01T19:35:27.515" v="1161" actId="1076"/>
          <ac:spMkLst>
            <pc:docMk/>
            <pc:sldMk cId="120045144" sldId="273"/>
            <ac:spMk id="49" creationId="{1160BF40-9DC7-2BE8-F81C-0A8B847387F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1686-A5C7-36D6-C516-F106E43C1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2E5F1-EB74-1EF7-3BBE-B6320E7FF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B8917-F2CD-D7A4-05A4-88E607D3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E7755-E72F-22D4-1713-801AB554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7989-9ADD-6C17-82F9-E2988EFE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433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B1A04-828F-131C-DAF0-FF990F41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1F72F-9F13-DEC0-7A3B-D8C93EB37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DC8F3-DE8B-D37E-86B5-99E07A344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0B850-302D-3722-F387-672BF108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79CB5-E234-B3CD-96CF-7E2A9888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72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5A90-AF31-2CDD-A6A0-FA83266B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82B87-5844-0F9B-039D-C3619C2DD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B9FBA-F702-5D2E-4C4B-6DF957AD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AEE42-3176-2283-EAC8-B4B8B41C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F5E5C-4714-D8B5-BC3F-6943CE81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0348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226C-564C-453D-9FE5-81ED7F929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30928-B06B-60E4-072F-3594ADA03F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BC4632-3136-4062-A35E-A40071717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DE8B9-3F77-26F4-62DB-7C1E7425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2C41B4-3593-812D-438E-3552CABB5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5BB93-D158-C4E9-6097-1890D19B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031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97C2-AFA0-4CFB-52A1-4A5F7216C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AB6F4-1CE3-A2D4-266D-84EB05128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AAA694-9E2A-CE6E-6BBF-5CCB9B086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F9C545-11CC-1000-15B4-E0E1E99DD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46E06-9E5D-B9D1-CE19-B719926AA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5745B-5F31-D3EF-2906-93B8C69B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3062CE-2389-903D-AEF2-39C06858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BCD870-56B7-93E1-7ED8-06DD2215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537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5C63-5196-53EE-A282-C510D526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F3029-AC9B-65FE-B2D5-9F297A02D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25A73-4BD7-A842-61E0-CC2F5FD7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DD916-1541-8A01-AB68-814EFA59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33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83685C-3613-6A40-3C41-70B2F02B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71836-95E4-DD55-B538-9AE936785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0EEF5-377D-CD11-992B-82DB7DF1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8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F338F-1F88-E55D-1402-86737C6EC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AB59A-5191-AE98-E31E-48996824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6A82C-089F-FB87-44AB-1C48BD730B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333BD-55FF-A57B-7B90-F4F57A5E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029AFC-051E-6189-0934-259BC812B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4C4C2-A28A-6CEA-7930-A327332FF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94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5B19-7715-5F34-0DC3-C1A10F380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4C1DCA-15F8-9257-2EAB-5B2A40FB8E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D58CC5-4AFC-ACCB-A4D8-A0CE9390E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33331-A003-04F6-4676-BA21858D7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25C97-F973-FF60-EB45-681BA17B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130C0-5A84-7F3A-C9D2-13B3AB34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09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3264-218D-931E-A948-8498B3CF2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F8A94-46D1-46C4-E17C-42E4EE137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04113-3493-692E-663D-1C708456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69673-B0F1-E025-2607-00F32560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B0E28-2209-5466-C930-9CA5B56A9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992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979EF-DD2C-C992-6EC9-5E83D4122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18162-72B9-9C49-630A-F9F98CD0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A5D9D-378F-9305-15BA-52AC4098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5DDFB-7755-C155-4C23-94127605A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D4C3-D6A5-7587-D266-6F59EBF2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953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3A2EBA-76AC-9E4F-20A7-E55D336E6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73C55-2453-1991-CC44-C60A494B2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79387-FD8F-64E5-7A51-9A0523CB08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B147B-8B47-46E6-A131-6AAF112101BD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C48C7-29F7-EFCC-C460-75ADEBBFE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EEA1C-E2AD-9AC2-D689-6A0EE3E2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EC9CB-C34B-4795-8A3F-C7484A865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38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4A64-FC34-990B-40A5-29BFB998A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168718"/>
            <a:ext cx="9982200" cy="23876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Invoice Generator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F524B-17CC-B1DE-C6DB-98DB6868F7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TEAM : GUARDIANS</a:t>
            </a:r>
          </a:p>
        </p:txBody>
      </p:sp>
    </p:spTree>
    <p:extLst>
      <p:ext uri="{BB962C8B-B14F-4D97-AF65-F5344CB8AC3E}">
        <p14:creationId xmlns:p14="http://schemas.microsoft.com/office/powerpoint/2010/main" val="4835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73E3-1428-DDA1-92E0-0D17B5C8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Members And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FE1D-3F20-0DE1-C4FD-CFD1F9FD2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Pratima Kadam</a:t>
            </a:r>
            <a:r>
              <a:rPr lang="en-IN" dirty="0"/>
              <a:t> – Scrum Master </a:t>
            </a:r>
          </a:p>
          <a:p>
            <a:r>
              <a:rPr lang="en-IN" b="1" dirty="0"/>
              <a:t>Aditya</a:t>
            </a:r>
            <a:r>
              <a:rPr lang="en-IN" dirty="0"/>
              <a:t> </a:t>
            </a:r>
            <a:r>
              <a:rPr lang="en-IN" b="1" dirty="0" err="1"/>
              <a:t>Gahelwar</a:t>
            </a:r>
            <a:r>
              <a:rPr lang="en-IN" dirty="0"/>
              <a:t>–  Developer </a:t>
            </a:r>
          </a:p>
          <a:p>
            <a:r>
              <a:rPr lang="en-IN" b="1" dirty="0"/>
              <a:t>Maharudra </a:t>
            </a:r>
            <a:r>
              <a:rPr lang="en-IN" b="1" dirty="0" err="1"/>
              <a:t>Bharane</a:t>
            </a:r>
            <a:r>
              <a:rPr lang="en-IN" dirty="0"/>
              <a:t>–  Developer </a:t>
            </a:r>
          </a:p>
          <a:p>
            <a:r>
              <a:rPr lang="en-IN" b="1" dirty="0"/>
              <a:t>Darshan Vyas</a:t>
            </a:r>
            <a:r>
              <a:rPr lang="en-IN" dirty="0"/>
              <a:t> –</a:t>
            </a:r>
            <a:r>
              <a:rPr lang="en-IN" b="1" dirty="0"/>
              <a:t> </a:t>
            </a:r>
            <a:r>
              <a:rPr lang="en-IN" dirty="0"/>
              <a:t>Developer </a:t>
            </a:r>
          </a:p>
          <a:p>
            <a:r>
              <a:rPr lang="en-IN" b="1" dirty="0"/>
              <a:t>Pushpa Ghule</a:t>
            </a:r>
            <a:r>
              <a:rPr lang="en-IN" dirty="0"/>
              <a:t>–  Developer </a:t>
            </a:r>
          </a:p>
          <a:p>
            <a:r>
              <a:rPr lang="en-IN" b="1" dirty="0"/>
              <a:t>Sonal Ladhe</a:t>
            </a:r>
            <a:r>
              <a:rPr lang="en-IN" dirty="0"/>
              <a:t> – QA/Tester </a:t>
            </a:r>
          </a:p>
          <a:p>
            <a:r>
              <a:rPr lang="en-IN" b="1" dirty="0"/>
              <a:t>Mansi Surve</a:t>
            </a:r>
            <a:r>
              <a:rPr lang="en-IN" dirty="0"/>
              <a:t>– QA/Tester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2661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6F33-6090-43FB-524E-CE3908BD1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E99D6-0D07-0F36-7888-5F61AF44E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To automate the invoice generation process.</a:t>
            </a:r>
          </a:p>
          <a:p>
            <a:pPr lvl="0"/>
            <a:r>
              <a:rPr lang="en-IN" dirty="0"/>
              <a:t>To reduce manual work and billing errors.</a:t>
            </a:r>
          </a:p>
          <a:p>
            <a:pPr lvl="0"/>
            <a:r>
              <a:rPr lang="en-IN" dirty="0"/>
              <a:t>To manage customer and product records efficiently.</a:t>
            </a:r>
          </a:p>
          <a:p>
            <a:pPr lvl="0"/>
            <a:r>
              <a:rPr lang="en-IN" dirty="0"/>
              <a:t>To generate PDF invoices and send them via email.</a:t>
            </a:r>
          </a:p>
          <a:p>
            <a:pPr lvl="0"/>
            <a:r>
              <a:rPr lang="en-IN" dirty="0"/>
              <a:t>To store data securely using JSON.</a:t>
            </a:r>
          </a:p>
          <a:p>
            <a:pPr lvl="0"/>
            <a:r>
              <a:rPr lang="en-IN" dirty="0"/>
              <a:t>To provide customer purchase insights.</a:t>
            </a:r>
          </a:p>
          <a:p>
            <a:pPr lvl="0"/>
            <a:r>
              <a:rPr lang="en-IN" dirty="0"/>
              <a:t>To ensure accurate data through input validation.</a:t>
            </a:r>
          </a:p>
          <a:p>
            <a:pPr lvl="0"/>
            <a:r>
              <a:rPr lang="en-IN" dirty="0"/>
              <a:t>To develop a simple and user-friendly billing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315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F057-951F-5B9F-F18E-19E22574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AA921-332A-737D-974F-28D7E7F01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3707"/>
            <a:ext cx="10515600" cy="4802187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en-IN" b="1" dirty="0"/>
              <a:t>Customer Management:</a:t>
            </a:r>
            <a:r>
              <a:rPr lang="en-IN" dirty="0"/>
              <a:t> Manage customer records.</a:t>
            </a:r>
          </a:p>
          <a:p>
            <a:pPr lvl="0"/>
            <a:r>
              <a:rPr lang="en-IN" b="1" dirty="0"/>
              <a:t>Product Management:</a:t>
            </a:r>
            <a:r>
              <a:rPr lang="en-IN" dirty="0"/>
              <a:t> Manage products and inventory.</a:t>
            </a:r>
          </a:p>
          <a:p>
            <a:pPr lvl="0"/>
            <a:r>
              <a:rPr lang="en-IN" b="1" dirty="0"/>
              <a:t>Customer Intelligence: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customer purchase history.</a:t>
            </a:r>
          </a:p>
          <a:p>
            <a:pPr lvl="0"/>
            <a:r>
              <a:rPr lang="en-IN" b="1" dirty="0"/>
              <a:t>Invoice Generation:</a:t>
            </a:r>
            <a:r>
              <a:rPr lang="en-IN" dirty="0"/>
              <a:t> Generate invoices with GST calculations.</a:t>
            </a:r>
          </a:p>
          <a:p>
            <a:pPr lvl="0"/>
            <a:r>
              <a:rPr lang="en-IN" b="1" dirty="0"/>
              <a:t>PDF Generation:</a:t>
            </a:r>
            <a:r>
              <a:rPr lang="en-IN" dirty="0"/>
              <a:t> Create PDF invoices.</a:t>
            </a:r>
          </a:p>
          <a:p>
            <a:pPr lvl="0"/>
            <a:r>
              <a:rPr lang="en-IN" b="1" dirty="0"/>
              <a:t>Email Sending:</a:t>
            </a:r>
            <a:r>
              <a:rPr lang="en-IN" dirty="0"/>
              <a:t> Email invoices to customers.</a:t>
            </a:r>
          </a:p>
          <a:p>
            <a:pPr lvl="0"/>
            <a:r>
              <a:rPr lang="en-IN" b="1" dirty="0"/>
              <a:t>Search:</a:t>
            </a:r>
            <a:r>
              <a:rPr lang="en-IN" dirty="0"/>
              <a:t> Search customer, product, and invoice records.</a:t>
            </a:r>
          </a:p>
          <a:p>
            <a:pPr lvl="0"/>
            <a:r>
              <a:rPr lang="en-IN" b="1" dirty="0"/>
              <a:t>Reset:</a:t>
            </a:r>
            <a:r>
              <a:rPr lang="en-IN" dirty="0"/>
              <a:t> Clear input fields.</a:t>
            </a:r>
          </a:p>
          <a:p>
            <a:pPr lvl="0"/>
            <a:r>
              <a:rPr lang="en-IN" b="1" dirty="0"/>
              <a:t>Sales Dashboard:</a:t>
            </a:r>
            <a:r>
              <a:rPr lang="en-IN" dirty="0"/>
              <a:t> Display total sales, total invoices, top-selling products, and monthly sales summary.</a:t>
            </a:r>
          </a:p>
          <a:p>
            <a:pPr lvl="0"/>
            <a:r>
              <a:rPr lang="en-IN" b="1" dirty="0"/>
              <a:t>JSON Storage:</a:t>
            </a:r>
            <a:r>
              <a:rPr lang="en-IN" dirty="0"/>
              <a:t> Store and retrieve data using JSON.</a:t>
            </a:r>
          </a:p>
          <a:p>
            <a:pPr lvl="0"/>
            <a:r>
              <a:rPr lang="en-IN" b="1" dirty="0"/>
              <a:t>Validation:</a:t>
            </a:r>
            <a:r>
              <a:rPr lang="en-IN" dirty="0"/>
              <a:t> Validate user inputs.</a:t>
            </a:r>
          </a:p>
          <a:p>
            <a:pPr lvl="0"/>
            <a:r>
              <a:rPr lang="en-IN" b="1" dirty="0"/>
              <a:t>Menu-Driven Integration:</a:t>
            </a:r>
            <a:r>
              <a:rPr lang="en-IN" dirty="0"/>
              <a:t> Access all modules through a simple menu.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316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4ACC4-370F-15FD-7C83-9A023E70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1: Customer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6C043-6F2B-6C52-FE1B-86E6D8A12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884" y="1320299"/>
            <a:ext cx="10411326" cy="1856038"/>
          </a:xfrm>
        </p:spPr>
        <p:txBody>
          <a:bodyPr>
            <a:normAutofit fontScale="70000" lnSpcReduction="20000"/>
          </a:bodyPr>
          <a:lstStyle/>
          <a:p>
            <a:r>
              <a:rPr lang="en-IN" sz="3100" b="1" dirty="0"/>
              <a:t>Purpose:</a:t>
            </a:r>
            <a:r>
              <a:rPr lang="en-IN" sz="3100" dirty="0"/>
              <a:t> Manage customer information.</a:t>
            </a:r>
          </a:p>
          <a:p>
            <a:r>
              <a:rPr lang="en-IN" sz="3100" b="1" dirty="0"/>
              <a:t>Requirements:</a:t>
            </a:r>
            <a:endParaRPr lang="en-IN" sz="3100" dirty="0"/>
          </a:p>
          <a:p>
            <a:pPr lvl="0"/>
            <a:r>
              <a:rPr lang="en-IN" sz="3100" dirty="0"/>
              <a:t>Add customer details (ID, name, phone, email, address, GST if applicable).</a:t>
            </a:r>
          </a:p>
          <a:p>
            <a:pPr lvl="0"/>
            <a:r>
              <a:rPr lang="en-IN" sz="3100" dirty="0"/>
              <a:t>Validate customer information.</a:t>
            </a:r>
          </a:p>
          <a:p>
            <a:pPr lvl="0"/>
            <a:r>
              <a:rPr lang="en-IN" sz="3100" dirty="0"/>
              <a:t>Save and retrieve customer records from </a:t>
            </a:r>
            <a:r>
              <a:rPr lang="en-IN" sz="3100" dirty="0" err="1"/>
              <a:t>customers.json</a:t>
            </a:r>
            <a:r>
              <a:rPr lang="en-IN" sz="3100" dirty="0"/>
              <a:t>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DE16C-B86D-F429-D8BD-12843BEEC97F}"/>
              </a:ext>
            </a:extLst>
          </p:cNvPr>
          <p:cNvSpPr txBox="1"/>
          <p:nvPr/>
        </p:nvSpPr>
        <p:spPr>
          <a:xfrm>
            <a:off x="717884" y="3681664"/>
            <a:ext cx="129259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PB-01 Add Customer (1 hr)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PB-02 Update Customer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PB-03 Search Customer (30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PB-04 Validate Customer Details (30 min)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9D71EE-96A9-E620-3DB3-AA6C6DDAA2F9}"/>
              </a:ext>
            </a:extLst>
          </p:cNvPr>
          <p:cNvCxnSpPr/>
          <p:nvPr/>
        </p:nvCxnSpPr>
        <p:spPr>
          <a:xfrm>
            <a:off x="243840" y="342900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947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DDA72-66EF-33CA-9B7D-7E0A3D09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2: Product Management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53110-6151-2DAB-BA0D-933EE5C9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345"/>
            <a:ext cx="9433560" cy="193865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Purpose:</a:t>
            </a:r>
            <a:r>
              <a:rPr lang="en-IN" dirty="0"/>
              <a:t> Manage product inventory.</a:t>
            </a:r>
          </a:p>
          <a:p>
            <a:r>
              <a:rPr lang="en-IN" b="1" dirty="0"/>
              <a:t>Requirements:</a:t>
            </a:r>
            <a:endParaRPr lang="en-IN" dirty="0"/>
          </a:p>
          <a:p>
            <a:pPr lvl="0"/>
            <a:r>
              <a:rPr lang="en-IN" dirty="0"/>
              <a:t>Add product details (ID, name, category, price, stock).</a:t>
            </a:r>
          </a:p>
          <a:p>
            <a:pPr lvl="0"/>
            <a:r>
              <a:rPr lang="en-IN" dirty="0"/>
              <a:t>Validate product information.</a:t>
            </a:r>
          </a:p>
          <a:p>
            <a:pPr lvl="0"/>
            <a:r>
              <a:rPr lang="en-IN" dirty="0"/>
              <a:t>Save and retrieve product records from </a:t>
            </a:r>
            <a:r>
              <a:rPr lang="en-IN" dirty="0" err="1"/>
              <a:t>products.json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C5B19F-CA7C-79C2-ED47-81E93DACBC19}"/>
              </a:ext>
            </a:extLst>
          </p:cNvPr>
          <p:cNvSpPr txBox="1"/>
          <p:nvPr/>
        </p:nvSpPr>
        <p:spPr>
          <a:xfrm>
            <a:off x="838200" y="3856573"/>
            <a:ext cx="103174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PB-05 Add Product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PB-06 Update Product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PB-07 Inventory Update (30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PB-08 Validate Product Details (30 min)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349B54-8D1A-067B-4E90-DC15EE729561}"/>
              </a:ext>
            </a:extLst>
          </p:cNvPr>
          <p:cNvCxnSpPr/>
          <p:nvPr/>
        </p:nvCxnSpPr>
        <p:spPr>
          <a:xfrm>
            <a:off x="297180" y="362712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558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146C-DF1B-6DE0-144B-E881FC084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3: Customer Purchase Intelligence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EDC4A-123F-ABEE-A764-33B296C5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635"/>
            <a:ext cx="8900160" cy="2234723"/>
          </a:xfrm>
        </p:spPr>
        <p:txBody>
          <a:bodyPr/>
          <a:lstStyle/>
          <a:p>
            <a:r>
              <a:rPr lang="en-IN" sz="2400" b="1" dirty="0"/>
              <a:t>Purpose:</a:t>
            </a:r>
            <a:r>
              <a:rPr lang="en-IN" sz="2400" dirty="0"/>
              <a:t> </a:t>
            </a:r>
            <a:r>
              <a:rPr lang="en-IN" sz="2400" dirty="0" err="1"/>
              <a:t>Analyze</a:t>
            </a:r>
            <a:r>
              <a:rPr lang="en-IN" sz="2400" dirty="0"/>
              <a:t> customer purchase history.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Read customer purchase history from </a:t>
            </a:r>
            <a:r>
              <a:rPr lang="en-IN" sz="2400" dirty="0" err="1"/>
              <a:t>invoices.json</a:t>
            </a:r>
            <a:r>
              <a:rPr lang="en-IN" sz="2400" dirty="0"/>
              <a:t>.</a:t>
            </a:r>
          </a:p>
          <a:p>
            <a:pPr lvl="0"/>
            <a:r>
              <a:rPr lang="en-IN" sz="2400" dirty="0"/>
              <a:t>Display purchase summary, total spending, frequently purchased products, and discount eligibility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B1F3B-DC2D-EE77-C5C4-8F71744E19FF}"/>
              </a:ext>
            </a:extLst>
          </p:cNvPr>
          <p:cNvSpPr txBox="1"/>
          <p:nvPr/>
        </p:nvSpPr>
        <p:spPr>
          <a:xfrm>
            <a:off x="944880" y="3931920"/>
            <a:ext cx="103022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PB-09 Read Purchase History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PB-10 Calculate Total Spending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PB-11 Show Frequently Purchased Products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PB-12 Check Discount Eligibility (1 hr)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8EDB18-20E7-0091-F041-F5DD9B206CC7}"/>
              </a:ext>
            </a:extLst>
          </p:cNvPr>
          <p:cNvCxnSpPr/>
          <p:nvPr/>
        </p:nvCxnSpPr>
        <p:spPr>
          <a:xfrm>
            <a:off x="228600" y="373380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15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8E3D-2D7E-CDB7-77B3-6362CDFC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4: Invoice Generation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70631-8699-19DA-8072-45FBF2928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265"/>
            <a:ext cx="10515600" cy="2715895"/>
          </a:xfrm>
        </p:spPr>
        <p:txBody>
          <a:bodyPr>
            <a:normAutofit/>
          </a:bodyPr>
          <a:lstStyle/>
          <a:p>
            <a:r>
              <a:rPr lang="en-IN" sz="2400" b="1" dirty="0"/>
              <a:t>Purpose:</a:t>
            </a:r>
            <a:r>
              <a:rPr lang="en-IN" sz="2400" dirty="0"/>
              <a:t> Create customer invoices.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Retrieve customer and product details.</a:t>
            </a:r>
          </a:p>
          <a:p>
            <a:pPr lvl="0"/>
            <a:r>
              <a:rPr lang="en-IN" sz="2400" dirty="0"/>
              <a:t>Check customer purchase history.</a:t>
            </a:r>
          </a:p>
          <a:p>
            <a:pPr lvl="0"/>
            <a:r>
              <a:rPr lang="en-IN" sz="2400" dirty="0"/>
              <a:t>Calculate subtotal, GST, discounts, and final amount.</a:t>
            </a:r>
          </a:p>
          <a:p>
            <a:pPr lvl="0"/>
            <a:r>
              <a:rPr lang="en-IN" sz="2400" dirty="0"/>
              <a:t>Generate a unique invoice and save it to </a:t>
            </a:r>
            <a:r>
              <a:rPr lang="en-IN" sz="2400" dirty="0" err="1"/>
              <a:t>invoices.json</a:t>
            </a:r>
            <a:r>
              <a:rPr lang="en-IN" sz="2400" dirty="0"/>
              <a:t>.</a:t>
            </a:r>
          </a:p>
          <a:p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08D10-997B-8FB9-7DC8-84C49127FBDB}"/>
              </a:ext>
            </a:extLst>
          </p:cNvPr>
          <p:cNvSpPr txBox="1"/>
          <p:nvPr/>
        </p:nvSpPr>
        <p:spPr>
          <a:xfrm>
            <a:off x="838200" y="4343400"/>
            <a:ext cx="972312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PB-13 Retrieve Customer &amp; Product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PB-14 Calculate GST &amp; Discount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PB-15 Generate Invoice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PB-16 Save Invoice (1 hr) 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DB17F8B-EA7C-5F00-93D9-99E6FBF4B518}"/>
              </a:ext>
            </a:extLst>
          </p:cNvPr>
          <p:cNvCxnSpPr/>
          <p:nvPr/>
        </p:nvCxnSpPr>
        <p:spPr>
          <a:xfrm>
            <a:off x="91440" y="409956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899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184FB-5537-36A9-6798-CF0AED9A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5: PDF Generation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2689D-127E-CC1E-F745-615398BBD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705"/>
            <a:ext cx="10515600" cy="2746375"/>
          </a:xfrm>
        </p:spPr>
        <p:txBody>
          <a:bodyPr/>
          <a:lstStyle/>
          <a:p>
            <a:r>
              <a:rPr lang="en-IN" sz="2400" b="1" dirty="0"/>
              <a:t>Purpose:</a:t>
            </a:r>
            <a:r>
              <a:rPr lang="en-IN" sz="2400" dirty="0"/>
              <a:t> Generate invoice PDF.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Read invoice details.</a:t>
            </a:r>
          </a:p>
          <a:p>
            <a:pPr lvl="0"/>
            <a:r>
              <a:rPr lang="en-IN" sz="2400" dirty="0"/>
              <a:t>Create a professional invoice PDF.</a:t>
            </a:r>
          </a:p>
          <a:p>
            <a:pPr lvl="0"/>
            <a:r>
              <a:rPr lang="en-IN" sz="2400" dirty="0"/>
              <a:t>Include company, customer, product, GST, discount, and total amount details.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0170C-6469-9C39-4F3E-D7E8B943EBE5}"/>
              </a:ext>
            </a:extLst>
          </p:cNvPr>
          <p:cNvSpPr txBox="1"/>
          <p:nvPr/>
        </p:nvSpPr>
        <p:spPr>
          <a:xfrm>
            <a:off x="838200" y="4526280"/>
            <a:ext cx="97840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PB-17 Read Invoice Data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PB-18 Create PDF Invoice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PB-19 Format Invoice Layout (1 hr) 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AD8331B-5768-7C43-81D7-5E0F3E7330EC}"/>
              </a:ext>
            </a:extLst>
          </p:cNvPr>
          <p:cNvCxnSpPr/>
          <p:nvPr/>
        </p:nvCxnSpPr>
        <p:spPr>
          <a:xfrm>
            <a:off x="91440" y="409956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28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0852-03BB-36AC-D1B1-AA7F28D0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6: Email Sending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36EFE-0F5A-6FAF-0A92-F0FD089E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6985"/>
            <a:ext cx="10515600" cy="2319655"/>
          </a:xfrm>
        </p:spPr>
        <p:txBody>
          <a:bodyPr/>
          <a:lstStyle/>
          <a:p>
            <a:r>
              <a:rPr lang="en-IN" sz="2400" b="1" dirty="0"/>
              <a:t>Purpose:</a:t>
            </a:r>
            <a:r>
              <a:rPr lang="en-IN" sz="2400" dirty="0"/>
              <a:t> Send invoice through email.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Retrieve customer email.</a:t>
            </a:r>
          </a:p>
          <a:p>
            <a:pPr lvl="0"/>
            <a:r>
              <a:rPr lang="en-IN" sz="2400" dirty="0"/>
              <a:t>Attach the invoice PDF.</a:t>
            </a:r>
          </a:p>
          <a:p>
            <a:pPr lvl="0"/>
            <a:r>
              <a:rPr lang="en-IN" sz="2400" dirty="0"/>
              <a:t>Send the email and handle errors.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76BE8-B062-70A9-C3B8-83AC601E2352}"/>
              </a:ext>
            </a:extLst>
          </p:cNvPr>
          <p:cNvSpPr txBox="1"/>
          <p:nvPr/>
        </p:nvSpPr>
        <p:spPr>
          <a:xfrm>
            <a:off x="975360" y="4175760"/>
            <a:ext cx="1141476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PB-20 Retrieve Customer Email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PB-21 Attach PDF Invoice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PB-22 Send Email (1 hr) </a:t>
            </a:r>
          </a:p>
          <a:p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07701D-95F5-888F-0097-5DCE4777872A}"/>
              </a:ext>
            </a:extLst>
          </p:cNvPr>
          <p:cNvCxnSpPr/>
          <p:nvPr/>
        </p:nvCxnSpPr>
        <p:spPr>
          <a:xfrm>
            <a:off x="152400" y="390144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598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449B-F9D2-5AA3-D722-043BBD83E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7: Search Module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440DE-C808-FA2D-2045-437E36CA2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2225"/>
            <a:ext cx="10515600" cy="2898775"/>
          </a:xfrm>
        </p:spPr>
        <p:txBody>
          <a:bodyPr/>
          <a:lstStyle/>
          <a:p>
            <a:r>
              <a:rPr lang="en-IN" sz="2400" b="1" dirty="0"/>
              <a:t>Purpose:</a:t>
            </a:r>
            <a:r>
              <a:rPr lang="en-IN" sz="2400" dirty="0"/>
              <a:t> Search stored records.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Search customers by ID or name.</a:t>
            </a:r>
          </a:p>
          <a:p>
            <a:pPr lvl="0"/>
            <a:r>
              <a:rPr lang="en-IN" sz="2400" dirty="0"/>
              <a:t>Search products by ID or name.</a:t>
            </a:r>
          </a:p>
          <a:p>
            <a:pPr lvl="0"/>
            <a:r>
              <a:rPr lang="en-IN" sz="2400" dirty="0"/>
              <a:t>Search invoices by Invoice ID or Customer ID.</a:t>
            </a:r>
          </a:p>
          <a:p>
            <a:pPr lvl="0"/>
            <a:r>
              <a:rPr lang="en-IN" sz="2400" dirty="0"/>
              <a:t>Display matching records.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B76F3-E933-14A2-D5CE-392A1A579351}"/>
              </a:ext>
            </a:extLst>
          </p:cNvPr>
          <p:cNvSpPr txBox="1"/>
          <p:nvPr/>
        </p:nvSpPr>
        <p:spPr>
          <a:xfrm>
            <a:off x="838200" y="4328160"/>
            <a:ext cx="10088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PB-23 Search Customer (40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PB-24 Search Product (40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PB-25 Search Invoice (40 min)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0266D7-D8F6-A8D3-0D0E-E75DA022D80E}"/>
              </a:ext>
            </a:extLst>
          </p:cNvPr>
          <p:cNvCxnSpPr/>
          <p:nvPr/>
        </p:nvCxnSpPr>
        <p:spPr>
          <a:xfrm>
            <a:off x="297180" y="419100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136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CC04-C312-5216-09B9-96EB2CA0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8: Reset Module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4449C-8FAD-D549-6C54-82E3AC733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505"/>
            <a:ext cx="10515600" cy="2182495"/>
          </a:xfrm>
        </p:spPr>
        <p:txBody>
          <a:bodyPr>
            <a:normAutofit lnSpcReduction="10000"/>
          </a:bodyPr>
          <a:lstStyle/>
          <a:p>
            <a:r>
              <a:rPr lang="en-IN" sz="2400" b="1" dirty="0"/>
              <a:t>Purpose:</a:t>
            </a:r>
            <a:r>
              <a:rPr lang="en-IN" sz="2400" dirty="0"/>
              <a:t> Clear entered data.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Reset current input fields.</a:t>
            </a:r>
          </a:p>
          <a:p>
            <a:pPr lvl="0"/>
            <a:r>
              <a:rPr lang="en-IN" sz="2400" dirty="0"/>
              <a:t>Clear temporary invoice data.</a:t>
            </a:r>
          </a:p>
          <a:p>
            <a:pPr lvl="0"/>
            <a:r>
              <a:rPr lang="en-IN" sz="2400" dirty="0"/>
              <a:t>Confirm before resetting data.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F5CFB-2E3F-8F15-09B8-B8E784F58EF6}"/>
              </a:ext>
            </a:extLst>
          </p:cNvPr>
          <p:cNvSpPr txBox="1"/>
          <p:nvPr/>
        </p:nvSpPr>
        <p:spPr>
          <a:xfrm>
            <a:off x="1082040" y="3779519"/>
            <a:ext cx="9098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PB-26 Reset Input Fields (30 min) </a:t>
            </a:r>
          </a:p>
          <a:p>
            <a:r>
              <a:rPr lang="en-IN" sz="2800" dirty="0"/>
              <a:t>PB-27 Clear Temporary Data (30 min)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4B8C43B-7BD9-CC19-A507-491635AED00B}"/>
              </a:ext>
            </a:extLst>
          </p:cNvPr>
          <p:cNvCxnSpPr/>
          <p:nvPr/>
        </p:nvCxnSpPr>
        <p:spPr>
          <a:xfrm>
            <a:off x="297180" y="364236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14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5245-CDA0-0FD7-AE95-CDF8BD9B5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9: Sales Dashboard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4DA93-B996-0CEB-0E5A-AFD01F8C1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305"/>
            <a:ext cx="10515600" cy="2715895"/>
          </a:xfrm>
        </p:spPr>
        <p:txBody>
          <a:bodyPr/>
          <a:lstStyle/>
          <a:p>
            <a:r>
              <a:rPr lang="en-IN" sz="2400" b="1" dirty="0"/>
              <a:t>Purpose: </a:t>
            </a:r>
            <a:r>
              <a:rPr lang="en-IN" sz="2400" dirty="0"/>
              <a:t>Display sales statistics and business insights.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Read invoice data from </a:t>
            </a:r>
            <a:r>
              <a:rPr lang="en-IN" sz="2400" dirty="0" err="1"/>
              <a:t>invoices.json</a:t>
            </a:r>
            <a:r>
              <a:rPr lang="en-IN" sz="2400" dirty="0"/>
              <a:t>. </a:t>
            </a:r>
          </a:p>
          <a:p>
            <a:pPr lvl="0"/>
            <a:r>
              <a:rPr lang="en-IN" sz="2400" dirty="0"/>
              <a:t>Display total sales and total invoices. </a:t>
            </a:r>
          </a:p>
          <a:p>
            <a:pPr lvl="0"/>
            <a:r>
              <a:rPr lang="en-IN" sz="2400" dirty="0"/>
              <a:t>Show top-selling products. </a:t>
            </a:r>
          </a:p>
          <a:p>
            <a:pPr lvl="0"/>
            <a:r>
              <a:rPr lang="en-IN" sz="2400" dirty="0"/>
              <a:t>Display monthly sales summary.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E08C21-6FCD-6D44-6826-17A92824F7EA}"/>
              </a:ext>
            </a:extLst>
          </p:cNvPr>
          <p:cNvSpPr txBox="1"/>
          <p:nvPr/>
        </p:nvSpPr>
        <p:spPr>
          <a:xfrm>
            <a:off x="1005840" y="4328160"/>
            <a:ext cx="90982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PB-28 Display Total Sales (45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PB-29 Display Total Invoices (45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PB-30 Show Top Selling Products (45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PB-31 Monthly Sales Summary (45 min)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089524-74AD-C6AB-8A83-B38FE11B0FB1}"/>
              </a:ext>
            </a:extLst>
          </p:cNvPr>
          <p:cNvCxnSpPr/>
          <p:nvPr/>
        </p:nvCxnSpPr>
        <p:spPr>
          <a:xfrm>
            <a:off x="297180" y="416052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14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C3F0E-8067-66B8-06F2-3BEBB7AB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10: JSON File Handling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393FF-1A78-AAF7-502D-778788260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1265"/>
            <a:ext cx="10515600" cy="2304415"/>
          </a:xfrm>
        </p:spPr>
        <p:txBody>
          <a:bodyPr/>
          <a:lstStyle/>
          <a:p>
            <a:r>
              <a:rPr lang="en-IN" sz="2400" b="1" dirty="0"/>
              <a:t>Purpose:</a:t>
            </a:r>
            <a:r>
              <a:rPr lang="en-IN" sz="2400" dirty="0"/>
              <a:t> Manage project data.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Create, read, write, and update JSON files.</a:t>
            </a:r>
          </a:p>
          <a:p>
            <a:pPr lvl="0"/>
            <a:r>
              <a:rPr lang="en-IN" sz="2400" dirty="0"/>
              <a:t>Handle missing or invalid files.</a:t>
            </a:r>
          </a:p>
          <a:p>
            <a:pPr lvl="0"/>
            <a:r>
              <a:rPr lang="en-IN" sz="2400" dirty="0"/>
              <a:t>Provide common file-handling functions for all modules.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E40C8-DEBA-4E9A-9276-9AD7FC0AC887}"/>
              </a:ext>
            </a:extLst>
          </p:cNvPr>
          <p:cNvSpPr txBox="1"/>
          <p:nvPr/>
        </p:nvSpPr>
        <p:spPr>
          <a:xfrm>
            <a:off x="975360" y="3886200"/>
            <a:ext cx="110794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PB-32 Create JSON Files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PB-33 Read &amp; Write JSON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PB-34 Update JSON Records (30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PB-35 Handle File Errors (30 min)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E13D36-4DF1-7A4D-65FF-39C88EC5DB6D}"/>
              </a:ext>
            </a:extLst>
          </p:cNvPr>
          <p:cNvCxnSpPr/>
          <p:nvPr/>
        </p:nvCxnSpPr>
        <p:spPr>
          <a:xfrm>
            <a:off x="152400" y="374904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319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6B820-3FEE-E810-6492-AAC59511B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Module 11: Main Menu (Integration)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016C0-4041-4E1D-53A8-8406C85E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305"/>
            <a:ext cx="10515600" cy="2792095"/>
          </a:xfrm>
        </p:spPr>
        <p:txBody>
          <a:bodyPr/>
          <a:lstStyle/>
          <a:p>
            <a:r>
              <a:rPr lang="en-IN" sz="2400" b="1" dirty="0"/>
              <a:t>Purpose:</a:t>
            </a:r>
            <a:r>
              <a:rPr lang="en-IN" sz="2400" dirty="0"/>
              <a:t> Connect all project modules.</a:t>
            </a:r>
          </a:p>
          <a:p>
            <a:r>
              <a:rPr lang="en-IN" sz="2400" b="1" dirty="0"/>
              <a:t>Requirements:</a:t>
            </a:r>
            <a:endParaRPr lang="en-IN" sz="2400" dirty="0"/>
          </a:p>
          <a:p>
            <a:pPr lvl="0"/>
            <a:r>
              <a:rPr lang="en-IN" sz="2400" dirty="0"/>
              <a:t>Display the main menu.</a:t>
            </a:r>
          </a:p>
          <a:p>
            <a:pPr lvl="0"/>
            <a:r>
              <a:rPr lang="en-IN" sz="2400" dirty="0"/>
              <a:t>Navigate to all modules.</a:t>
            </a:r>
          </a:p>
          <a:p>
            <a:pPr lvl="0"/>
            <a:r>
              <a:rPr lang="en-IN" sz="2400" dirty="0"/>
              <a:t>Coordinate data flow between modules.</a:t>
            </a:r>
          </a:p>
          <a:p>
            <a:pPr lvl="0"/>
            <a:r>
              <a:rPr lang="en-IN" sz="2400" dirty="0"/>
              <a:t>Exit the application safely.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EA4B2-8E02-2C6E-7947-6C987ADE9C8E}"/>
              </a:ext>
            </a:extLst>
          </p:cNvPr>
          <p:cNvSpPr txBox="1"/>
          <p:nvPr/>
        </p:nvSpPr>
        <p:spPr>
          <a:xfrm>
            <a:off x="838200" y="4282440"/>
            <a:ext cx="9448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PB-36 Display Main Menu (1 hr)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PB-37 Connect All Modules (1 hr)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PB-38 Data Flow Management (30 min)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PB-39 Exit Application (30 min)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08FBF7F-1A4C-32B5-14E0-E6B95EFE65DD}"/>
              </a:ext>
            </a:extLst>
          </p:cNvPr>
          <p:cNvCxnSpPr/>
          <p:nvPr/>
        </p:nvCxnSpPr>
        <p:spPr>
          <a:xfrm>
            <a:off x="182880" y="4130040"/>
            <a:ext cx="115976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84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B44A-432E-4DAC-BFBE-2ED9B776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151766"/>
            <a:ext cx="10515600" cy="315912"/>
          </a:xfrm>
        </p:spPr>
        <p:txBody>
          <a:bodyPr>
            <a:noAutofit/>
          </a:bodyPr>
          <a:lstStyle/>
          <a:p>
            <a:r>
              <a:rPr lang="en-IN" sz="2800" b="1" dirty="0"/>
              <a:t>Developers Task Distribution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CECB36-CF48-7982-06BE-812921C4C4DF}"/>
              </a:ext>
            </a:extLst>
          </p:cNvPr>
          <p:cNvSpPr/>
          <p:nvPr/>
        </p:nvSpPr>
        <p:spPr>
          <a:xfrm>
            <a:off x="563880" y="681037"/>
            <a:ext cx="2316480" cy="161544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D8DB3-1342-3E16-6805-ACFCACBC95F5}"/>
              </a:ext>
            </a:extLst>
          </p:cNvPr>
          <p:cNvSpPr/>
          <p:nvPr/>
        </p:nvSpPr>
        <p:spPr>
          <a:xfrm>
            <a:off x="563880" y="2746373"/>
            <a:ext cx="2316480" cy="161544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70B74-BD6F-8FB1-124E-18A5B0BAD8D3}"/>
              </a:ext>
            </a:extLst>
          </p:cNvPr>
          <p:cNvSpPr/>
          <p:nvPr/>
        </p:nvSpPr>
        <p:spPr>
          <a:xfrm>
            <a:off x="563880" y="4811710"/>
            <a:ext cx="2316480" cy="161544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5986E-E963-9867-A7ED-428F355C6978}"/>
              </a:ext>
            </a:extLst>
          </p:cNvPr>
          <p:cNvSpPr txBox="1"/>
          <p:nvPr/>
        </p:nvSpPr>
        <p:spPr>
          <a:xfrm>
            <a:off x="716280" y="792481"/>
            <a:ext cx="2164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Aditya </a:t>
            </a:r>
            <a:r>
              <a:rPr lang="en-IN" sz="2000" b="1" dirty="0" err="1">
                <a:solidFill>
                  <a:schemeClr val="bg1"/>
                </a:solidFill>
              </a:rPr>
              <a:t>Gahelwar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37F87-D514-52D9-5DC3-8CEDFD20F659}"/>
              </a:ext>
            </a:extLst>
          </p:cNvPr>
          <p:cNvSpPr/>
          <p:nvPr/>
        </p:nvSpPr>
        <p:spPr>
          <a:xfrm>
            <a:off x="3169920" y="681037"/>
            <a:ext cx="2164080" cy="16154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49FD9F-6F9B-C125-2AE3-A0096ADB9B42}"/>
              </a:ext>
            </a:extLst>
          </p:cNvPr>
          <p:cNvSpPr/>
          <p:nvPr/>
        </p:nvSpPr>
        <p:spPr>
          <a:xfrm>
            <a:off x="5417820" y="681037"/>
            <a:ext cx="2164080" cy="161544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37A48E-8AF4-AB10-A142-7148252480F0}"/>
              </a:ext>
            </a:extLst>
          </p:cNvPr>
          <p:cNvSpPr/>
          <p:nvPr/>
        </p:nvSpPr>
        <p:spPr>
          <a:xfrm>
            <a:off x="7665720" y="681037"/>
            <a:ext cx="2164080" cy="161544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AC4E81-6F5C-8228-473A-B21134A7D712}"/>
              </a:ext>
            </a:extLst>
          </p:cNvPr>
          <p:cNvSpPr/>
          <p:nvPr/>
        </p:nvSpPr>
        <p:spPr>
          <a:xfrm>
            <a:off x="9913620" y="681037"/>
            <a:ext cx="2164080" cy="1615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B9C1B2-1F83-527B-912E-ACBEB47649E1}"/>
              </a:ext>
            </a:extLst>
          </p:cNvPr>
          <p:cNvSpPr txBox="1"/>
          <p:nvPr/>
        </p:nvSpPr>
        <p:spPr>
          <a:xfrm>
            <a:off x="3238500" y="819149"/>
            <a:ext cx="2259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1: Customer Management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3 hrs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588CA7-FEB9-0F9B-43A2-BEFE9B095C2C}"/>
              </a:ext>
            </a:extLst>
          </p:cNvPr>
          <p:cNvSpPr txBox="1"/>
          <p:nvPr/>
        </p:nvSpPr>
        <p:spPr>
          <a:xfrm>
            <a:off x="5524500" y="807870"/>
            <a:ext cx="20878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10: JSON File Handling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3 Hrs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93F22-698D-E804-07E5-565EEFE0CE1C}"/>
              </a:ext>
            </a:extLst>
          </p:cNvPr>
          <p:cNvSpPr txBox="1"/>
          <p:nvPr/>
        </p:nvSpPr>
        <p:spPr>
          <a:xfrm>
            <a:off x="7772400" y="787718"/>
            <a:ext cx="205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Input Validation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2 Hrs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9757A7-698A-9404-F48C-AA431552B471}"/>
              </a:ext>
            </a:extLst>
          </p:cNvPr>
          <p:cNvSpPr/>
          <p:nvPr/>
        </p:nvSpPr>
        <p:spPr>
          <a:xfrm>
            <a:off x="3169920" y="2746373"/>
            <a:ext cx="2164080" cy="161544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63CC36-1F2E-50F4-2A2F-4BE18611F27B}"/>
              </a:ext>
            </a:extLst>
          </p:cNvPr>
          <p:cNvSpPr/>
          <p:nvPr/>
        </p:nvSpPr>
        <p:spPr>
          <a:xfrm>
            <a:off x="9913620" y="2746373"/>
            <a:ext cx="2164080" cy="1615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466320-C5DD-C6C3-5C92-A2E076E75947}"/>
              </a:ext>
            </a:extLst>
          </p:cNvPr>
          <p:cNvSpPr/>
          <p:nvPr/>
        </p:nvSpPr>
        <p:spPr>
          <a:xfrm>
            <a:off x="5417820" y="2746373"/>
            <a:ext cx="2164080" cy="16154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94D699-3770-9F51-1912-D92F7D8BD846}"/>
              </a:ext>
            </a:extLst>
          </p:cNvPr>
          <p:cNvSpPr/>
          <p:nvPr/>
        </p:nvSpPr>
        <p:spPr>
          <a:xfrm>
            <a:off x="7665720" y="2728349"/>
            <a:ext cx="2164080" cy="16154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097452-1A6D-1E8C-7632-5582DF091DF7}"/>
              </a:ext>
            </a:extLst>
          </p:cNvPr>
          <p:cNvSpPr/>
          <p:nvPr/>
        </p:nvSpPr>
        <p:spPr>
          <a:xfrm>
            <a:off x="9917430" y="4819013"/>
            <a:ext cx="2164080" cy="16154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2B8CBF-9E8E-B630-C819-190D19C82339}"/>
              </a:ext>
            </a:extLst>
          </p:cNvPr>
          <p:cNvSpPr/>
          <p:nvPr/>
        </p:nvSpPr>
        <p:spPr>
          <a:xfrm>
            <a:off x="5417820" y="4811709"/>
            <a:ext cx="2164080" cy="161544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A67802-E00A-8AF3-B7EE-BA68E1F055DD}"/>
              </a:ext>
            </a:extLst>
          </p:cNvPr>
          <p:cNvSpPr/>
          <p:nvPr/>
        </p:nvSpPr>
        <p:spPr>
          <a:xfrm>
            <a:off x="3150870" y="4819013"/>
            <a:ext cx="2164080" cy="16154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E852B-0217-3A75-4986-F8F7DC2E8FC1}"/>
              </a:ext>
            </a:extLst>
          </p:cNvPr>
          <p:cNvSpPr txBox="1"/>
          <p:nvPr/>
        </p:nvSpPr>
        <p:spPr>
          <a:xfrm>
            <a:off x="662940" y="2901352"/>
            <a:ext cx="2164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Maharudra </a:t>
            </a:r>
            <a:r>
              <a:rPr lang="en-IN" sz="2000" b="1" dirty="0" err="1">
                <a:solidFill>
                  <a:schemeClr val="bg1"/>
                </a:solidFill>
              </a:rPr>
              <a:t>Bharane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1376F1-73C3-7033-BD71-89ABC9169603}"/>
              </a:ext>
            </a:extLst>
          </p:cNvPr>
          <p:cNvSpPr txBox="1"/>
          <p:nvPr/>
        </p:nvSpPr>
        <p:spPr>
          <a:xfrm>
            <a:off x="3265170" y="2819081"/>
            <a:ext cx="2259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2: Product Management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3 hrs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4AF68E-F332-9BAF-0785-6FBB29638D0D}"/>
              </a:ext>
            </a:extLst>
          </p:cNvPr>
          <p:cNvSpPr txBox="1"/>
          <p:nvPr/>
        </p:nvSpPr>
        <p:spPr>
          <a:xfrm>
            <a:off x="3253740" y="4884417"/>
            <a:ext cx="2259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4: Invoice Generation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4 hrs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9E9635-F06F-C50B-F1B7-A71A4D128B6C}"/>
              </a:ext>
            </a:extLst>
          </p:cNvPr>
          <p:cNvSpPr txBox="1"/>
          <p:nvPr/>
        </p:nvSpPr>
        <p:spPr>
          <a:xfrm>
            <a:off x="5438775" y="2828835"/>
            <a:ext cx="2259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7: Search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3 hrs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F20825-2348-C886-245C-17FD9EA36C5B}"/>
              </a:ext>
            </a:extLst>
          </p:cNvPr>
          <p:cNvSpPr txBox="1"/>
          <p:nvPr/>
        </p:nvSpPr>
        <p:spPr>
          <a:xfrm>
            <a:off x="7719060" y="2810687"/>
            <a:ext cx="2259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9: Sales Dashboard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2 hrs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2C6016-C338-B943-FA84-500E627DA4C6}"/>
              </a:ext>
            </a:extLst>
          </p:cNvPr>
          <p:cNvSpPr txBox="1"/>
          <p:nvPr/>
        </p:nvSpPr>
        <p:spPr>
          <a:xfrm>
            <a:off x="10363200" y="1144936"/>
            <a:ext cx="156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– 8 hrs</a:t>
            </a:r>
          </a:p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8B8DEC-525C-4469-7F14-C5D37E7F5CC5}"/>
              </a:ext>
            </a:extLst>
          </p:cNvPr>
          <p:cNvSpPr txBox="1"/>
          <p:nvPr/>
        </p:nvSpPr>
        <p:spPr>
          <a:xfrm>
            <a:off x="10210800" y="2990214"/>
            <a:ext cx="156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– 8 hrs</a:t>
            </a: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01C612-1F9B-0C0D-16F5-01F1E90B6430}"/>
              </a:ext>
            </a:extLst>
          </p:cNvPr>
          <p:cNvSpPr txBox="1"/>
          <p:nvPr/>
        </p:nvSpPr>
        <p:spPr>
          <a:xfrm>
            <a:off x="737235" y="4946244"/>
            <a:ext cx="2164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Darshan Vyas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081184-BBC8-C183-CE1E-578C60EA3647}"/>
              </a:ext>
            </a:extLst>
          </p:cNvPr>
          <p:cNvSpPr txBox="1"/>
          <p:nvPr/>
        </p:nvSpPr>
        <p:spPr>
          <a:xfrm>
            <a:off x="5429250" y="4894171"/>
            <a:ext cx="2259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Module 3: Customer Purchase Intelligence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 4 hrs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0584F1-4FE3-2BC9-1928-0FE2B830EDD2}"/>
              </a:ext>
            </a:extLst>
          </p:cNvPr>
          <p:cNvSpPr txBox="1"/>
          <p:nvPr/>
        </p:nvSpPr>
        <p:spPr>
          <a:xfrm>
            <a:off x="10172700" y="5094327"/>
            <a:ext cx="156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– 8 hrs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824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0BFBA00-1082-120A-D5DD-3FEBFB28ABE6}"/>
              </a:ext>
            </a:extLst>
          </p:cNvPr>
          <p:cNvSpPr/>
          <p:nvPr/>
        </p:nvSpPr>
        <p:spPr>
          <a:xfrm>
            <a:off x="304800" y="335280"/>
            <a:ext cx="2209800" cy="20574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ED6B20-5C83-1AEC-B718-ABF0FA0F0E75}"/>
              </a:ext>
            </a:extLst>
          </p:cNvPr>
          <p:cNvSpPr/>
          <p:nvPr/>
        </p:nvSpPr>
        <p:spPr>
          <a:xfrm>
            <a:off x="2804160" y="335280"/>
            <a:ext cx="2209800" cy="2057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2989BC-D4B2-7CC7-C451-C26ECC6864E0}"/>
              </a:ext>
            </a:extLst>
          </p:cNvPr>
          <p:cNvSpPr/>
          <p:nvPr/>
        </p:nvSpPr>
        <p:spPr>
          <a:xfrm>
            <a:off x="5105400" y="335280"/>
            <a:ext cx="2209800" cy="2057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52BC4E-2818-8C51-0CA5-1C4000D59ABE}"/>
              </a:ext>
            </a:extLst>
          </p:cNvPr>
          <p:cNvSpPr/>
          <p:nvPr/>
        </p:nvSpPr>
        <p:spPr>
          <a:xfrm>
            <a:off x="7406640" y="335280"/>
            <a:ext cx="2209800" cy="2057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57BE54-8DF9-5748-DED5-95221AA22E55}"/>
              </a:ext>
            </a:extLst>
          </p:cNvPr>
          <p:cNvSpPr/>
          <p:nvPr/>
        </p:nvSpPr>
        <p:spPr>
          <a:xfrm>
            <a:off x="9707880" y="335280"/>
            <a:ext cx="2209800" cy="20574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4BEBF-3D6C-48C6-E9E9-BABBCD38A1EB}"/>
              </a:ext>
            </a:extLst>
          </p:cNvPr>
          <p:cNvSpPr txBox="1"/>
          <p:nvPr/>
        </p:nvSpPr>
        <p:spPr>
          <a:xfrm>
            <a:off x="487680" y="731520"/>
            <a:ext cx="2026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Pushpa Ghule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BA9B58-3978-7F3B-A111-00DD1AEBC1A8}"/>
              </a:ext>
            </a:extLst>
          </p:cNvPr>
          <p:cNvSpPr txBox="1"/>
          <p:nvPr/>
        </p:nvSpPr>
        <p:spPr>
          <a:xfrm>
            <a:off x="9860280" y="731520"/>
            <a:ext cx="2026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Total – 7 Hrs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73B8DB-8031-430D-D7BF-5A177E1C7859}"/>
              </a:ext>
            </a:extLst>
          </p:cNvPr>
          <p:cNvSpPr txBox="1"/>
          <p:nvPr/>
        </p:nvSpPr>
        <p:spPr>
          <a:xfrm>
            <a:off x="5196840" y="548372"/>
            <a:ext cx="2026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6: Email Sending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3 Hrs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978B7-C206-99D3-9F4F-3C36522D42A6}"/>
              </a:ext>
            </a:extLst>
          </p:cNvPr>
          <p:cNvSpPr txBox="1"/>
          <p:nvPr/>
        </p:nvSpPr>
        <p:spPr>
          <a:xfrm>
            <a:off x="7589520" y="548372"/>
            <a:ext cx="2026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8: Reset Module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B1AF12-133E-D2AD-8A81-3BC7512E7666}"/>
              </a:ext>
            </a:extLst>
          </p:cNvPr>
          <p:cNvSpPr txBox="1"/>
          <p:nvPr/>
        </p:nvSpPr>
        <p:spPr>
          <a:xfrm>
            <a:off x="2849880" y="573167"/>
            <a:ext cx="20269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5: PDF Generation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3 Hrs</a:t>
            </a:r>
          </a:p>
        </p:txBody>
      </p:sp>
    </p:spTree>
    <p:extLst>
      <p:ext uri="{BB962C8B-B14F-4D97-AF65-F5344CB8AC3E}">
        <p14:creationId xmlns:p14="http://schemas.microsoft.com/office/powerpoint/2010/main" val="2485929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D3E18-527C-D41C-DC9C-3C2C2E093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62242"/>
            <a:ext cx="4663440" cy="518795"/>
          </a:xfrm>
        </p:spPr>
        <p:txBody>
          <a:bodyPr>
            <a:normAutofit/>
          </a:bodyPr>
          <a:lstStyle/>
          <a:p>
            <a:r>
              <a:rPr lang="en-IN" sz="2800" b="1" dirty="0"/>
              <a:t>QA/Testers Task Distribution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1AF71B-2795-5AFA-42AB-B1CFBBA71C81}"/>
              </a:ext>
            </a:extLst>
          </p:cNvPr>
          <p:cNvSpPr/>
          <p:nvPr/>
        </p:nvSpPr>
        <p:spPr>
          <a:xfrm>
            <a:off x="152400" y="929640"/>
            <a:ext cx="1874520" cy="208788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3B2CD-970F-DA1A-BCE4-30F87352D7CC}"/>
              </a:ext>
            </a:extLst>
          </p:cNvPr>
          <p:cNvSpPr txBox="1"/>
          <p:nvPr/>
        </p:nvSpPr>
        <p:spPr>
          <a:xfrm>
            <a:off x="289560" y="1341120"/>
            <a:ext cx="1935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Sonal Ladhe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E11AC6-8454-C2A8-FDEB-61750C74E8DD}"/>
              </a:ext>
            </a:extLst>
          </p:cNvPr>
          <p:cNvSpPr/>
          <p:nvPr/>
        </p:nvSpPr>
        <p:spPr>
          <a:xfrm>
            <a:off x="2263140" y="937259"/>
            <a:ext cx="1874520" cy="20878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AB7BC2-22C2-4EDD-A073-D1CACC546062}"/>
              </a:ext>
            </a:extLst>
          </p:cNvPr>
          <p:cNvSpPr/>
          <p:nvPr/>
        </p:nvSpPr>
        <p:spPr>
          <a:xfrm>
            <a:off x="4244340" y="937259"/>
            <a:ext cx="1874520" cy="20878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6A3A52C-9FED-152F-09F8-527105459AD1}"/>
              </a:ext>
            </a:extLst>
          </p:cNvPr>
          <p:cNvSpPr/>
          <p:nvPr/>
        </p:nvSpPr>
        <p:spPr>
          <a:xfrm>
            <a:off x="6187440" y="937259"/>
            <a:ext cx="1874520" cy="20878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292630-665A-9EB4-2157-E8FA6EDE12EB}"/>
              </a:ext>
            </a:extLst>
          </p:cNvPr>
          <p:cNvSpPr/>
          <p:nvPr/>
        </p:nvSpPr>
        <p:spPr>
          <a:xfrm>
            <a:off x="8130540" y="929640"/>
            <a:ext cx="1874520" cy="208788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73A60E-53C4-9D95-4902-5E5AB7E7CE63}"/>
              </a:ext>
            </a:extLst>
          </p:cNvPr>
          <p:cNvSpPr/>
          <p:nvPr/>
        </p:nvSpPr>
        <p:spPr>
          <a:xfrm>
            <a:off x="10081260" y="929640"/>
            <a:ext cx="1874520" cy="2087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CB6B38-4088-52EE-34CF-4A2BEBB6EE21}"/>
              </a:ext>
            </a:extLst>
          </p:cNvPr>
          <p:cNvSpPr/>
          <p:nvPr/>
        </p:nvSpPr>
        <p:spPr>
          <a:xfrm>
            <a:off x="152400" y="3429000"/>
            <a:ext cx="1874520" cy="208788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99676A-014C-18E6-7F5F-18AD0BEA91A4}"/>
              </a:ext>
            </a:extLst>
          </p:cNvPr>
          <p:cNvSpPr/>
          <p:nvPr/>
        </p:nvSpPr>
        <p:spPr>
          <a:xfrm>
            <a:off x="2301240" y="3429000"/>
            <a:ext cx="1874520" cy="2087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93A287-64C1-67D2-0332-5BD3B8CC5A09}"/>
              </a:ext>
            </a:extLst>
          </p:cNvPr>
          <p:cNvSpPr/>
          <p:nvPr/>
        </p:nvSpPr>
        <p:spPr>
          <a:xfrm>
            <a:off x="6187440" y="3429000"/>
            <a:ext cx="1874520" cy="2087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57FC099-BDC4-E500-FCBF-56E21C2F0B9B}"/>
              </a:ext>
            </a:extLst>
          </p:cNvPr>
          <p:cNvSpPr/>
          <p:nvPr/>
        </p:nvSpPr>
        <p:spPr>
          <a:xfrm>
            <a:off x="4244340" y="3429000"/>
            <a:ext cx="1874520" cy="2087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045D8D-33A0-5BE2-AEE1-47F0AC546186}"/>
              </a:ext>
            </a:extLst>
          </p:cNvPr>
          <p:cNvSpPr/>
          <p:nvPr/>
        </p:nvSpPr>
        <p:spPr>
          <a:xfrm>
            <a:off x="8130540" y="3429000"/>
            <a:ext cx="1874520" cy="20878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598CE4-DBB3-77FA-C235-CA59C24E99C2}"/>
              </a:ext>
            </a:extLst>
          </p:cNvPr>
          <p:cNvSpPr/>
          <p:nvPr/>
        </p:nvSpPr>
        <p:spPr>
          <a:xfrm>
            <a:off x="10073640" y="3436620"/>
            <a:ext cx="1874520" cy="20878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4DE3D2-E80D-1176-940A-A673159F38BC}"/>
              </a:ext>
            </a:extLst>
          </p:cNvPr>
          <p:cNvSpPr txBox="1"/>
          <p:nvPr/>
        </p:nvSpPr>
        <p:spPr>
          <a:xfrm>
            <a:off x="327660" y="3661350"/>
            <a:ext cx="1935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Mansi Surve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DCFCE6-D96F-6168-3C22-92BE3B908C68}"/>
              </a:ext>
            </a:extLst>
          </p:cNvPr>
          <p:cNvSpPr txBox="1"/>
          <p:nvPr/>
        </p:nvSpPr>
        <p:spPr>
          <a:xfrm>
            <a:off x="2324100" y="1084898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1: Customer Management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85A528-99EF-7F2A-A854-2850DD2C4F45}"/>
              </a:ext>
            </a:extLst>
          </p:cNvPr>
          <p:cNvSpPr txBox="1"/>
          <p:nvPr/>
        </p:nvSpPr>
        <p:spPr>
          <a:xfrm>
            <a:off x="4290060" y="1084898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2: Product Management 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C96754-FC9B-4A4B-43DC-2EEA746D3509}"/>
              </a:ext>
            </a:extLst>
          </p:cNvPr>
          <p:cNvSpPr txBox="1"/>
          <p:nvPr/>
        </p:nvSpPr>
        <p:spPr>
          <a:xfrm>
            <a:off x="6271260" y="1084898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4: Invoice Generation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1.5 Hrs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B346F0-A5DB-743F-6A15-ED4514D1A4C8}"/>
              </a:ext>
            </a:extLst>
          </p:cNvPr>
          <p:cNvSpPr txBox="1"/>
          <p:nvPr/>
        </p:nvSpPr>
        <p:spPr>
          <a:xfrm>
            <a:off x="8145780" y="1084898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7: Search Module 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0.5 Hrs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F29F8B-2E16-0992-2293-D927F245CA27}"/>
              </a:ext>
            </a:extLst>
          </p:cNvPr>
          <p:cNvSpPr txBox="1"/>
          <p:nvPr/>
        </p:nvSpPr>
        <p:spPr>
          <a:xfrm>
            <a:off x="10241280" y="1371898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– 4  Hrs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26052C-4CD3-8911-CB8B-9A933C5E2D93}"/>
              </a:ext>
            </a:extLst>
          </p:cNvPr>
          <p:cNvSpPr txBox="1"/>
          <p:nvPr/>
        </p:nvSpPr>
        <p:spPr>
          <a:xfrm>
            <a:off x="6225540" y="3741001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6: Email Sending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D3A522-D2FB-575F-4745-146D000D7CB8}"/>
              </a:ext>
            </a:extLst>
          </p:cNvPr>
          <p:cNvSpPr txBox="1"/>
          <p:nvPr/>
        </p:nvSpPr>
        <p:spPr>
          <a:xfrm>
            <a:off x="4297680" y="3741001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5: PDF Generation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F6428B-482E-55CA-7F8F-F4A0C55CA14B}"/>
              </a:ext>
            </a:extLst>
          </p:cNvPr>
          <p:cNvSpPr txBox="1"/>
          <p:nvPr/>
        </p:nvSpPr>
        <p:spPr>
          <a:xfrm>
            <a:off x="2354580" y="3433225"/>
            <a:ext cx="19354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3: Customer Purchase Intelligence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5295D1-DFA1-FB4F-E69E-75352A1FDC8D}"/>
              </a:ext>
            </a:extLst>
          </p:cNvPr>
          <p:cNvSpPr txBox="1"/>
          <p:nvPr/>
        </p:nvSpPr>
        <p:spPr>
          <a:xfrm>
            <a:off x="8290560" y="3741001"/>
            <a:ext cx="19354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Module 9: Sales Dashboard</a:t>
            </a:r>
          </a:p>
          <a:p>
            <a:endParaRPr lang="en-IN" sz="2000" b="1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1 Hrs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60BF40-9DC7-2BE8-F81C-0A8B847387F2}"/>
              </a:ext>
            </a:extLst>
          </p:cNvPr>
          <p:cNvSpPr txBox="1"/>
          <p:nvPr/>
        </p:nvSpPr>
        <p:spPr>
          <a:xfrm>
            <a:off x="10226040" y="3841671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Total – 4  Hrs</a:t>
            </a:r>
          </a:p>
        </p:txBody>
      </p:sp>
    </p:spTree>
    <p:extLst>
      <p:ext uri="{BB962C8B-B14F-4D97-AF65-F5344CB8AC3E}">
        <p14:creationId xmlns:p14="http://schemas.microsoft.com/office/powerpoint/2010/main" val="120045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1136</Words>
  <Application>Microsoft Office PowerPoint</Application>
  <PresentationFormat>Widescreen</PresentationFormat>
  <Paragraphs>222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Automatic Invoice Generator </vt:lpstr>
      <vt:lpstr>Team Members And Roles</vt:lpstr>
      <vt:lpstr>Project Objectives</vt:lpstr>
      <vt:lpstr>Features</vt:lpstr>
      <vt:lpstr>Module 1: Customer Management </vt:lpstr>
      <vt:lpstr>Module 2: Product Management </vt:lpstr>
      <vt:lpstr>Module 3: Customer Purchase Intelligence </vt:lpstr>
      <vt:lpstr>Module 4: Invoice Generation </vt:lpstr>
      <vt:lpstr>Module 5: PDF Generation </vt:lpstr>
      <vt:lpstr>Module 6: Email Sending </vt:lpstr>
      <vt:lpstr>Module 7: Search Module </vt:lpstr>
      <vt:lpstr>Module 8: Reset Module </vt:lpstr>
      <vt:lpstr>Module 9: Sales Dashboard </vt:lpstr>
      <vt:lpstr>Module 10: JSON File Handling </vt:lpstr>
      <vt:lpstr>Module 11: Main Menu (Integration) </vt:lpstr>
      <vt:lpstr>Developers Task Distribution</vt:lpstr>
      <vt:lpstr>PowerPoint Presentation</vt:lpstr>
      <vt:lpstr>QA/Testers Task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Kadam</dc:creator>
  <cp:lastModifiedBy>Kirti Kadam</cp:lastModifiedBy>
  <cp:revision>1</cp:revision>
  <dcterms:created xsi:type="dcterms:W3CDTF">2026-07-01T17:38:16Z</dcterms:created>
  <dcterms:modified xsi:type="dcterms:W3CDTF">2026-07-01T19:53:07Z</dcterms:modified>
</cp:coreProperties>
</file>